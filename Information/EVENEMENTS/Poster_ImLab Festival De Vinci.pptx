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4"/>
    <p:sldMasterId id="2147483685" r:id="rId5"/>
    <p:sldMasterId id="2147483687" r:id="rId6"/>
  </p:sldMasterIdLst>
  <p:notesMasterIdLst>
    <p:notesMasterId r:id="rId8"/>
  </p:notesMasterIdLst>
  <p:sldIdLst>
    <p:sldId id="269" r:id="rId7"/>
  </p:sldIdLst>
  <p:sldSz cx="21388388" cy="30279975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395A"/>
    <a:srgbClr val="9DA9B7"/>
    <a:srgbClr val="F57F00"/>
    <a:srgbClr val="732FA0"/>
    <a:srgbClr val="732FA1"/>
    <a:srgbClr val="008383"/>
    <a:srgbClr val="0095BB"/>
    <a:srgbClr val="CF1052"/>
    <a:srgbClr val="DB7924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E6A9EC-F0C7-4508-9439-7237884CB24F}" v="61" dt="2025-04-02T08:34:16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622" y="-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OUGH Ahmed" userId="S::ahmed.azough@devinci.fr::544969a6-0016-4227-8144-a50c32195bc2" providerId="AD" clId="Web-{6DBE0EAF-AB4E-4086-8A6A-5F9FC6E9459D}"/>
    <pc:docChg chg="modSld">
      <pc:chgData name="AZOUGH Ahmed" userId="S::ahmed.azough@devinci.fr::544969a6-0016-4227-8144-a50c32195bc2" providerId="AD" clId="Web-{6DBE0EAF-AB4E-4086-8A6A-5F9FC6E9459D}" dt="2025-03-31T12:23:07.280" v="28" actId="1076"/>
      <pc:docMkLst>
        <pc:docMk/>
      </pc:docMkLst>
      <pc:sldChg chg="modSp">
        <pc:chgData name="AZOUGH Ahmed" userId="S::ahmed.azough@devinci.fr::544969a6-0016-4227-8144-a50c32195bc2" providerId="AD" clId="Web-{6DBE0EAF-AB4E-4086-8A6A-5F9FC6E9459D}" dt="2025-03-31T12:23:07.280" v="28" actId="1076"/>
        <pc:sldMkLst>
          <pc:docMk/>
          <pc:sldMk cId="3791540112" sldId="269"/>
        </pc:sldMkLst>
        <pc:spChg chg="mod">
          <ac:chgData name="AZOUGH Ahmed" userId="S::ahmed.azough@devinci.fr::544969a6-0016-4227-8144-a50c32195bc2" providerId="AD" clId="Web-{6DBE0EAF-AB4E-4086-8A6A-5F9FC6E9459D}" dt="2025-03-31T12:21:51.278" v="12" actId="20577"/>
          <ac:spMkLst>
            <pc:docMk/>
            <pc:sldMk cId="3791540112" sldId="269"/>
            <ac:spMk id="4" creationId="{27E360CB-9072-DACA-648D-5EDFF95D3A5C}"/>
          </ac:spMkLst>
        </pc:spChg>
        <pc:graphicFrameChg chg="mod modGraphic">
          <ac:chgData name="AZOUGH Ahmed" userId="S::ahmed.azough@devinci.fr::544969a6-0016-4227-8144-a50c32195bc2" providerId="AD" clId="Web-{6DBE0EAF-AB4E-4086-8A6A-5F9FC6E9459D}" dt="2025-03-31T12:23:07.280" v="28" actId="1076"/>
          <ac:graphicFrameMkLst>
            <pc:docMk/>
            <pc:sldMk cId="3791540112" sldId="269"/>
            <ac:graphicFrameMk id="5" creationId="{1C0102E4-FEA5-10DA-DD2F-17E7524BC216}"/>
          </ac:graphicFrameMkLst>
        </pc:graphicFrameChg>
      </pc:sldChg>
    </pc:docChg>
  </pc:docChgLst>
  <pc:docChgLst>
    <pc:chgData name="BATTU Nathalie" userId="114043d6-c726-4384-9d59-1ce467d1654d" providerId="ADAL" clId="{51105703-DE5A-42FF-A0FA-D1BDFC78D39B}"/>
    <pc:docChg chg="custSel delSld modSld replTag delTag">
      <pc:chgData name="BATTU Nathalie" userId="114043d6-c726-4384-9d59-1ce467d1654d" providerId="ADAL" clId="{51105703-DE5A-42FF-A0FA-D1BDFC78D39B}" dt="2025-03-31T11:25:46.433" v="117" actId="948"/>
      <pc:docMkLst>
        <pc:docMk/>
      </pc:docMkLst>
      <pc:sldChg chg="del replTag delTag">
        <pc:chgData name="BATTU Nathalie" userId="114043d6-c726-4384-9d59-1ce467d1654d" providerId="ADAL" clId="{51105703-DE5A-42FF-A0FA-D1BDFC78D39B}" dt="2025-03-31T11:18:23.416" v="2" actId="47"/>
        <pc:sldMkLst>
          <pc:docMk/>
          <pc:sldMk cId="2500567589" sldId="265"/>
        </pc:sldMkLst>
      </pc:sldChg>
      <pc:sldChg chg="del replTag delTag">
        <pc:chgData name="BATTU Nathalie" userId="114043d6-c726-4384-9d59-1ce467d1654d" providerId="ADAL" clId="{51105703-DE5A-42FF-A0FA-D1BDFC78D39B}" dt="2025-03-31T11:18:23.894" v="7" actId="47"/>
        <pc:sldMkLst>
          <pc:docMk/>
          <pc:sldMk cId="4233434648" sldId="266"/>
        </pc:sldMkLst>
      </pc:sldChg>
      <pc:sldChg chg="del replTag delTag">
        <pc:chgData name="BATTU Nathalie" userId="114043d6-c726-4384-9d59-1ce467d1654d" providerId="ADAL" clId="{51105703-DE5A-42FF-A0FA-D1BDFC78D39B}" dt="2025-03-31T11:18:31.015" v="17" actId="47"/>
        <pc:sldMkLst>
          <pc:docMk/>
          <pc:sldMk cId="1270279945" sldId="267"/>
        </pc:sldMkLst>
      </pc:sldChg>
      <pc:sldChg chg="del replTag delTag">
        <pc:chgData name="BATTU Nathalie" userId="114043d6-c726-4384-9d59-1ce467d1654d" providerId="ADAL" clId="{51105703-DE5A-42FF-A0FA-D1BDFC78D39B}" dt="2025-03-31T11:18:27.051" v="12" actId="47"/>
        <pc:sldMkLst>
          <pc:docMk/>
          <pc:sldMk cId="822839579" sldId="268"/>
        </pc:sldMkLst>
      </pc:sldChg>
      <pc:sldChg chg="addSp delSp modSp mod replTag delTag">
        <pc:chgData name="BATTU Nathalie" userId="114043d6-c726-4384-9d59-1ce467d1654d" providerId="ADAL" clId="{51105703-DE5A-42FF-A0FA-D1BDFC78D39B}" dt="2025-03-31T11:25:46.433" v="117" actId="948"/>
        <pc:sldMkLst>
          <pc:docMk/>
          <pc:sldMk cId="3791540112" sldId="269"/>
        </pc:sldMkLst>
        <pc:spChg chg="mod">
          <ac:chgData name="BATTU Nathalie" userId="114043d6-c726-4384-9d59-1ce467d1654d" providerId="ADAL" clId="{51105703-DE5A-42FF-A0FA-D1BDFC78D39B}" dt="2025-03-31T11:25:32.537" v="115" actId="948"/>
          <ac:spMkLst>
            <pc:docMk/>
            <pc:sldMk cId="3791540112" sldId="269"/>
            <ac:spMk id="21" creationId="{9AF4137C-3B54-2204-1B17-9E92CB0F776C}"/>
          </ac:spMkLst>
        </pc:spChg>
        <pc:spChg chg="mod">
          <ac:chgData name="BATTU Nathalie" userId="114043d6-c726-4384-9d59-1ce467d1654d" providerId="ADAL" clId="{51105703-DE5A-42FF-A0FA-D1BDFC78D39B}" dt="2025-03-31T11:25:39.401" v="116" actId="948"/>
          <ac:spMkLst>
            <pc:docMk/>
            <pc:sldMk cId="3791540112" sldId="269"/>
            <ac:spMk id="24" creationId="{B1FD85C7-22E3-F20E-BAD9-AD70C7E48CF7}"/>
          </ac:spMkLst>
        </pc:spChg>
        <pc:spChg chg="mod">
          <ac:chgData name="BATTU Nathalie" userId="114043d6-c726-4384-9d59-1ce467d1654d" providerId="ADAL" clId="{51105703-DE5A-42FF-A0FA-D1BDFC78D39B}" dt="2025-03-31T11:25:23.578" v="114" actId="948"/>
          <ac:spMkLst>
            <pc:docMk/>
            <pc:sldMk cId="3791540112" sldId="269"/>
            <ac:spMk id="27" creationId="{C3D7043B-3FF8-F960-9D0E-FD9480E4C69C}"/>
          </ac:spMkLst>
        </pc:spChg>
        <pc:spChg chg="mod">
          <ac:chgData name="BATTU Nathalie" userId="114043d6-c726-4384-9d59-1ce467d1654d" providerId="ADAL" clId="{51105703-DE5A-42FF-A0FA-D1BDFC78D39B}" dt="2025-03-31T11:25:46.433" v="117" actId="948"/>
          <ac:spMkLst>
            <pc:docMk/>
            <pc:sldMk cId="3791540112" sldId="269"/>
            <ac:spMk id="32" creationId="{067BBEF0-AFCF-9B51-1C1C-957FC8B242E6}"/>
          </ac:spMkLst>
        </pc:spChg>
        <pc:spChg chg="mod">
          <ac:chgData name="BATTU Nathalie" userId="114043d6-c726-4384-9d59-1ce467d1654d" providerId="ADAL" clId="{51105703-DE5A-42FF-A0FA-D1BDFC78D39B}" dt="2025-03-31T11:23:00.306" v="102" actId="1036"/>
          <ac:spMkLst>
            <pc:docMk/>
            <pc:sldMk cId="3791540112" sldId="269"/>
            <ac:spMk id="35" creationId="{37C1285C-D48A-5AB2-D6B4-6BFD36353D39}"/>
          </ac:spMkLst>
        </pc:spChg>
        <pc:spChg chg="mod">
          <ac:chgData name="BATTU Nathalie" userId="114043d6-c726-4384-9d59-1ce467d1654d" providerId="ADAL" clId="{51105703-DE5A-42FF-A0FA-D1BDFC78D39B}" dt="2025-03-31T11:22:50.401" v="95" actId="1038"/>
          <ac:spMkLst>
            <pc:docMk/>
            <pc:sldMk cId="3791540112" sldId="269"/>
            <ac:spMk id="36" creationId="{725BE3A1-6E5A-687F-3925-A51AF010C467}"/>
          </ac:spMkLst>
        </pc:spChg>
        <pc:spChg chg="mod">
          <ac:chgData name="BATTU Nathalie" userId="114043d6-c726-4384-9d59-1ce467d1654d" providerId="ADAL" clId="{51105703-DE5A-42FF-A0FA-D1BDFC78D39B}" dt="2025-03-31T11:21:10.097" v="64" actId="554"/>
          <ac:spMkLst>
            <pc:docMk/>
            <pc:sldMk cId="3791540112" sldId="269"/>
            <ac:spMk id="42" creationId="{EF867F89-93A0-22B8-E5EB-A2833E2A9569}"/>
          </ac:spMkLst>
        </pc:spChg>
        <pc:spChg chg="del mod">
          <ac:chgData name="BATTU Nathalie" userId="114043d6-c726-4384-9d59-1ce467d1654d" providerId="ADAL" clId="{51105703-DE5A-42FF-A0FA-D1BDFC78D39B}" dt="2025-03-31T11:23:15.636" v="108" actId="478"/>
          <ac:spMkLst>
            <pc:docMk/>
            <pc:sldMk cId="3791540112" sldId="269"/>
            <ac:spMk id="50" creationId="{F283D682-D064-AB84-7454-EFFA42D2EE79}"/>
          </ac:spMkLst>
        </pc:spChg>
        <pc:spChg chg="del mod">
          <ac:chgData name="BATTU Nathalie" userId="114043d6-c726-4384-9d59-1ce467d1654d" providerId="ADAL" clId="{51105703-DE5A-42FF-A0FA-D1BDFC78D39B}" dt="2025-03-31T11:23:15.636" v="108" actId="478"/>
          <ac:spMkLst>
            <pc:docMk/>
            <pc:sldMk cId="3791540112" sldId="269"/>
            <ac:spMk id="53" creationId="{8C559C87-8A14-873A-33C8-5400B9C208AA}"/>
          </ac:spMkLst>
        </pc:spChg>
        <pc:spChg chg="del mod">
          <ac:chgData name="BATTU Nathalie" userId="114043d6-c726-4384-9d59-1ce467d1654d" providerId="ADAL" clId="{51105703-DE5A-42FF-A0FA-D1BDFC78D39B}" dt="2025-03-31T11:23:15.636" v="108" actId="478"/>
          <ac:spMkLst>
            <pc:docMk/>
            <pc:sldMk cId="3791540112" sldId="269"/>
            <ac:spMk id="56" creationId="{D1FC0C4B-915B-4BC4-DF12-FEFFA64817CD}"/>
          </ac:spMkLst>
        </pc:spChg>
        <pc:spChg chg="mod">
          <ac:chgData name="BATTU Nathalie" userId="114043d6-c726-4384-9d59-1ce467d1654d" providerId="ADAL" clId="{51105703-DE5A-42FF-A0FA-D1BDFC78D39B}" dt="2025-03-31T11:23:00.306" v="102" actId="1036"/>
          <ac:spMkLst>
            <pc:docMk/>
            <pc:sldMk cId="3791540112" sldId="269"/>
            <ac:spMk id="59" creationId="{0DDE47F2-FA89-8C3F-FBCF-44D5FA52CD96}"/>
          </ac:spMkLst>
        </pc:spChg>
        <pc:spChg chg="del mod">
          <ac:chgData name="BATTU Nathalie" userId="114043d6-c726-4384-9d59-1ce467d1654d" providerId="ADAL" clId="{51105703-DE5A-42FF-A0FA-D1BDFC78D39B}" dt="2025-03-31T11:23:15.636" v="108" actId="478"/>
          <ac:spMkLst>
            <pc:docMk/>
            <pc:sldMk cId="3791540112" sldId="269"/>
            <ac:spMk id="60" creationId="{0DA914BE-2425-02E0-F20F-3D3996A7387F}"/>
          </ac:spMkLst>
        </pc:spChg>
        <pc:spChg chg="mod">
          <ac:chgData name="BATTU Nathalie" userId="114043d6-c726-4384-9d59-1ce467d1654d" providerId="ADAL" clId="{51105703-DE5A-42FF-A0FA-D1BDFC78D39B}" dt="2025-03-31T11:21:39.756" v="70" actId="1035"/>
          <ac:spMkLst>
            <pc:docMk/>
            <pc:sldMk cId="3791540112" sldId="269"/>
            <ac:spMk id="62" creationId="{DA632286-7B8A-5933-5C8C-EE948C3A5C25}"/>
          </ac:spMkLst>
        </pc:spChg>
        <pc:spChg chg="mod">
          <ac:chgData name="BATTU Nathalie" userId="114043d6-c726-4384-9d59-1ce467d1654d" providerId="ADAL" clId="{51105703-DE5A-42FF-A0FA-D1BDFC78D39B}" dt="2025-03-31T11:21:39.756" v="70" actId="1035"/>
          <ac:spMkLst>
            <pc:docMk/>
            <pc:sldMk cId="3791540112" sldId="269"/>
            <ac:spMk id="63" creationId="{51D15840-E83B-0F73-4288-863BB717EA32}"/>
          </ac:spMkLst>
        </pc:spChg>
        <pc:spChg chg="mod">
          <ac:chgData name="BATTU Nathalie" userId="114043d6-c726-4384-9d59-1ce467d1654d" providerId="ADAL" clId="{51105703-DE5A-42FF-A0FA-D1BDFC78D39B}" dt="2025-03-31T11:21:39.756" v="70" actId="1035"/>
          <ac:spMkLst>
            <pc:docMk/>
            <pc:sldMk cId="3791540112" sldId="269"/>
            <ac:spMk id="64" creationId="{7BDC0CA8-ADAF-E4E7-FF5A-FE8C47E61A30}"/>
          </ac:spMkLst>
        </pc:spChg>
        <pc:spChg chg="mod">
          <ac:chgData name="BATTU Nathalie" userId="114043d6-c726-4384-9d59-1ce467d1654d" providerId="ADAL" clId="{51105703-DE5A-42FF-A0FA-D1BDFC78D39B}" dt="2025-03-31T11:21:39.756" v="70" actId="1035"/>
          <ac:spMkLst>
            <pc:docMk/>
            <pc:sldMk cId="3791540112" sldId="269"/>
            <ac:spMk id="65" creationId="{330E857A-C312-B86F-C38E-445492D1659E}"/>
          </ac:spMkLst>
        </pc:spChg>
        <pc:spChg chg="mod">
          <ac:chgData name="BATTU Nathalie" userId="114043d6-c726-4384-9d59-1ce467d1654d" providerId="ADAL" clId="{51105703-DE5A-42FF-A0FA-D1BDFC78D39B}" dt="2025-03-31T11:21:57.340" v="73" actId="14100"/>
          <ac:spMkLst>
            <pc:docMk/>
            <pc:sldMk cId="3791540112" sldId="269"/>
            <ac:spMk id="66" creationId="{CA3DE605-7364-A28E-82FA-993E5627F9D0}"/>
          </ac:spMkLst>
        </pc:spChg>
        <pc:spChg chg="mod">
          <ac:chgData name="BATTU Nathalie" userId="114043d6-c726-4384-9d59-1ce467d1654d" providerId="ADAL" clId="{51105703-DE5A-42FF-A0FA-D1BDFC78D39B}" dt="2025-03-31T11:21:10.097" v="64" actId="554"/>
          <ac:spMkLst>
            <pc:docMk/>
            <pc:sldMk cId="3791540112" sldId="269"/>
            <ac:spMk id="67" creationId="{2E08D756-033F-0ADB-91BA-E82F5E5A23A9}"/>
          </ac:spMkLst>
        </pc:spChg>
        <pc:spChg chg="mod">
          <ac:chgData name="BATTU Nathalie" userId="114043d6-c726-4384-9d59-1ce467d1654d" providerId="ADAL" clId="{51105703-DE5A-42FF-A0FA-D1BDFC78D39B}" dt="2025-03-31T11:21:10.097" v="64" actId="554"/>
          <ac:spMkLst>
            <pc:docMk/>
            <pc:sldMk cId="3791540112" sldId="269"/>
            <ac:spMk id="68" creationId="{A24A3B5F-4451-A547-CB01-0F0C3FD10C88}"/>
          </ac:spMkLst>
        </pc:spChg>
        <pc:spChg chg="mod">
          <ac:chgData name="BATTU Nathalie" userId="114043d6-c726-4384-9d59-1ce467d1654d" providerId="ADAL" clId="{51105703-DE5A-42FF-A0FA-D1BDFC78D39B}" dt="2025-03-31T11:21:10.097" v="64" actId="554"/>
          <ac:spMkLst>
            <pc:docMk/>
            <pc:sldMk cId="3791540112" sldId="269"/>
            <ac:spMk id="69" creationId="{91C451C1-F115-3809-2FBC-406548EE8D32}"/>
          </ac:spMkLst>
        </pc:spChg>
        <pc:spChg chg="mod">
          <ac:chgData name="BATTU Nathalie" userId="114043d6-c726-4384-9d59-1ce467d1654d" providerId="ADAL" clId="{51105703-DE5A-42FF-A0FA-D1BDFC78D39B}" dt="2025-03-31T11:22:01.549" v="74" actId="14100"/>
          <ac:spMkLst>
            <pc:docMk/>
            <pc:sldMk cId="3791540112" sldId="269"/>
            <ac:spMk id="70" creationId="{237CB2D9-7B18-D3FD-BF88-70C08A969244}"/>
          </ac:spMkLst>
        </pc:spChg>
        <pc:spChg chg="mod">
          <ac:chgData name="BATTU Nathalie" userId="114043d6-c726-4384-9d59-1ce467d1654d" providerId="ADAL" clId="{51105703-DE5A-42FF-A0FA-D1BDFC78D39B}" dt="2025-03-31T11:22:03.762" v="75" actId="14100"/>
          <ac:spMkLst>
            <pc:docMk/>
            <pc:sldMk cId="3791540112" sldId="269"/>
            <ac:spMk id="71" creationId="{C240DC87-EDE6-9F97-8150-CE81AD711756}"/>
          </ac:spMkLst>
        </pc:spChg>
        <pc:spChg chg="mod">
          <ac:chgData name="BATTU Nathalie" userId="114043d6-c726-4384-9d59-1ce467d1654d" providerId="ADAL" clId="{51105703-DE5A-42FF-A0FA-D1BDFC78D39B}" dt="2025-03-31T11:23:32.556" v="109" actId="1037"/>
          <ac:spMkLst>
            <pc:docMk/>
            <pc:sldMk cId="3791540112" sldId="269"/>
            <ac:spMk id="72" creationId="{B4C7FD1B-818E-5294-74DD-A94D05237288}"/>
          </ac:spMkLst>
        </pc:spChg>
        <pc:spChg chg="add mod">
          <ac:chgData name="BATTU Nathalie" userId="114043d6-c726-4384-9d59-1ce467d1654d" providerId="ADAL" clId="{51105703-DE5A-42FF-A0FA-D1BDFC78D39B}" dt="2025-03-31T11:23:00.306" v="102" actId="1036"/>
          <ac:spMkLst>
            <pc:docMk/>
            <pc:sldMk cId="3791540112" sldId="269"/>
            <ac:spMk id="97" creationId="{8443B1B4-FE7F-A15F-F98F-5D67105AD3AF}"/>
          </ac:spMkLst>
        </pc:spChg>
        <pc:grpChg chg="mod">
          <ac:chgData name="BATTU Nathalie" userId="114043d6-c726-4384-9d59-1ce467d1654d" providerId="ADAL" clId="{51105703-DE5A-42FF-A0FA-D1BDFC78D39B}" dt="2025-03-31T11:23:06.938" v="107" actId="1036"/>
          <ac:grpSpMkLst>
            <pc:docMk/>
            <pc:sldMk cId="3791540112" sldId="269"/>
            <ac:grpSpMk id="18" creationId="{F76186BB-3A56-6A7D-77DF-71ECDD533E15}"/>
          </ac:grpSpMkLst>
        </pc:grpChg>
        <pc:grpChg chg="mod">
          <ac:chgData name="BATTU Nathalie" userId="114043d6-c726-4384-9d59-1ce467d1654d" providerId="ADAL" clId="{51105703-DE5A-42FF-A0FA-D1BDFC78D39B}" dt="2025-03-31T11:23:06.938" v="107" actId="1036"/>
          <ac:grpSpMkLst>
            <pc:docMk/>
            <pc:sldMk cId="3791540112" sldId="269"/>
            <ac:grpSpMk id="22" creationId="{037A70EA-9D90-22A7-A023-4CC46762FFE5}"/>
          </ac:grpSpMkLst>
        </pc:grpChg>
        <pc:grpChg chg="mod">
          <ac:chgData name="BATTU Nathalie" userId="114043d6-c726-4384-9d59-1ce467d1654d" providerId="ADAL" clId="{51105703-DE5A-42FF-A0FA-D1BDFC78D39B}" dt="2025-03-31T11:23:06.938" v="107" actId="1036"/>
          <ac:grpSpMkLst>
            <pc:docMk/>
            <pc:sldMk cId="3791540112" sldId="269"/>
            <ac:grpSpMk id="25" creationId="{3F0B4E53-DB7E-3FCA-23B3-1F68E6906933}"/>
          </ac:grpSpMkLst>
        </pc:grpChg>
        <pc:grpChg chg="mod">
          <ac:chgData name="BATTU Nathalie" userId="114043d6-c726-4384-9d59-1ce467d1654d" providerId="ADAL" clId="{51105703-DE5A-42FF-A0FA-D1BDFC78D39B}" dt="2025-03-31T11:23:06.938" v="107" actId="1036"/>
          <ac:grpSpMkLst>
            <pc:docMk/>
            <pc:sldMk cId="3791540112" sldId="269"/>
            <ac:grpSpMk id="30" creationId="{F2EB9983-F51D-0392-FE95-617A3E4E9A20}"/>
          </ac:grpSpMkLst>
        </pc:grpChg>
        <pc:graphicFrameChg chg="mod">
          <ac:chgData name="BATTU Nathalie" userId="114043d6-c726-4384-9d59-1ce467d1654d" providerId="ADAL" clId="{51105703-DE5A-42FF-A0FA-D1BDFC78D39B}" dt="2025-03-31T11:23:06.938" v="107" actId="1036"/>
          <ac:graphicFrameMkLst>
            <pc:docMk/>
            <pc:sldMk cId="3791540112" sldId="269"/>
            <ac:graphicFrameMk id="5" creationId="{1C0102E4-FEA5-10DA-DD2F-17E7524BC216}"/>
          </ac:graphicFrameMkLst>
        </pc:graphicFrameChg>
        <pc:graphicFrameChg chg="mod modGraphic">
          <ac:chgData name="BATTU Nathalie" userId="114043d6-c726-4384-9d59-1ce467d1654d" providerId="ADAL" clId="{51105703-DE5A-42FF-A0FA-D1BDFC78D39B}" dt="2025-03-31T11:23:00.306" v="102" actId="1036"/>
          <ac:graphicFrameMkLst>
            <pc:docMk/>
            <pc:sldMk cId="3791540112" sldId="269"/>
            <ac:graphicFrameMk id="10" creationId="{0F6DA4AB-52E3-A5E0-7752-8CB589E626FD}"/>
          </ac:graphicFrameMkLst>
        </pc:graphicFrameChg>
      </pc:sldChg>
    </pc:docChg>
  </pc:docChgLst>
  <pc:docChgLst>
    <pc:chgData name="AZOUGH Ahmed" userId="S::ahmed.azough@devinci.fr::544969a6-0016-4227-8144-a50c32195bc2" providerId="AD" clId="Web-{E4BD9D27-6030-450C-A324-D0C043AAA9B8}"/>
    <pc:docChg chg="modSld">
      <pc:chgData name="AZOUGH Ahmed" userId="S::ahmed.azough@devinci.fr::544969a6-0016-4227-8144-a50c32195bc2" providerId="AD" clId="Web-{E4BD9D27-6030-450C-A324-D0C043AAA9B8}" dt="2025-03-31T12:15:07.035" v="6" actId="20577"/>
      <pc:docMkLst>
        <pc:docMk/>
      </pc:docMkLst>
      <pc:sldChg chg="modSp">
        <pc:chgData name="AZOUGH Ahmed" userId="S::ahmed.azough@devinci.fr::544969a6-0016-4227-8144-a50c32195bc2" providerId="AD" clId="Web-{E4BD9D27-6030-450C-A324-D0C043AAA9B8}" dt="2025-03-31T12:15:07.035" v="6" actId="20577"/>
        <pc:sldMkLst>
          <pc:docMk/>
          <pc:sldMk cId="3791540112" sldId="269"/>
        </pc:sldMkLst>
        <pc:spChg chg="mod">
          <ac:chgData name="AZOUGH Ahmed" userId="S::ahmed.azough@devinci.fr::544969a6-0016-4227-8144-a50c32195bc2" providerId="AD" clId="Web-{E4BD9D27-6030-450C-A324-D0C043AAA9B8}" dt="2025-03-31T12:15:07.035" v="6" actId="20577"/>
          <ac:spMkLst>
            <pc:docMk/>
            <pc:sldMk cId="3791540112" sldId="269"/>
            <ac:spMk id="4" creationId="{27E360CB-9072-DACA-648D-5EDFF95D3A5C}"/>
          </ac:spMkLst>
        </pc:spChg>
      </pc:sldChg>
    </pc:docChg>
  </pc:docChgLst>
  <pc:docChgLst>
    <pc:chgData name="AZOUGH Ahmed" userId="544969a6-0016-4227-8144-a50c32195bc2" providerId="ADAL" clId="{E5E6A9EC-F0C7-4508-9439-7237884CB24F}"/>
    <pc:docChg chg="undo custSel modSld">
      <pc:chgData name="AZOUGH Ahmed" userId="544969a6-0016-4227-8144-a50c32195bc2" providerId="ADAL" clId="{E5E6A9EC-F0C7-4508-9439-7237884CB24F}" dt="2025-04-02T08:34:36.585" v="298" actId="1076"/>
      <pc:docMkLst>
        <pc:docMk/>
      </pc:docMkLst>
      <pc:sldChg chg="addSp delSp modSp mod">
        <pc:chgData name="AZOUGH Ahmed" userId="544969a6-0016-4227-8144-a50c32195bc2" providerId="ADAL" clId="{E5E6A9EC-F0C7-4508-9439-7237884CB24F}" dt="2025-04-02T08:34:36.585" v="298" actId="1076"/>
        <pc:sldMkLst>
          <pc:docMk/>
          <pc:sldMk cId="3791540112" sldId="269"/>
        </pc:sldMkLst>
        <pc:spChg chg="mod">
          <ac:chgData name="AZOUGH Ahmed" userId="544969a6-0016-4227-8144-a50c32195bc2" providerId="ADAL" clId="{E5E6A9EC-F0C7-4508-9439-7237884CB24F}" dt="2025-03-31T12:23:35.570" v="3" actId="403"/>
          <ac:spMkLst>
            <pc:docMk/>
            <pc:sldMk cId="3791540112" sldId="269"/>
            <ac:spMk id="4" creationId="{27E360CB-9072-DACA-648D-5EDFF95D3A5C}"/>
          </ac:spMkLst>
        </pc:spChg>
        <pc:spChg chg="mod topLvl">
          <ac:chgData name="AZOUGH Ahmed" userId="544969a6-0016-4227-8144-a50c32195bc2" providerId="ADAL" clId="{E5E6A9EC-F0C7-4508-9439-7237884CB24F}" dt="2025-03-31T13:34:06.314" v="168" actId="164"/>
          <ac:spMkLst>
            <pc:docMk/>
            <pc:sldMk cId="3791540112" sldId="269"/>
            <ac:spMk id="20" creationId="{0516C5A7-23B8-404B-CA97-1A25F19A30FC}"/>
          </ac:spMkLst>
        </pc:spChg>
        <pc:spChg chg="mod topLvl">
          <ac:chgData name="AZOUGH Ahmed" userId="544969a6-0016-4227-8144-a50c32195bc2" providerId="ADAL" clId="{E5E6A9EC-F0C7-4508-9439-7237884CB24F}" dt="2025-03-31T13:34:06.314" v="168" actId="164"/>
          <ac:spMkLst>
            <pc:docMk/>
            <pc:sldMk cId="3791540112" sldId="269"/>
            <ac:spMk id="21" creationId="{9AF4137C-3B54-2204-1B17-9E92CB0F776C}"/>
          </ac:spMkLst>
        </pc:spChg>
        <pc:spChg chg="mod topLvl">
          <ac:chgData name="AZOUGH Ahmed" userId="544969a6-0016-4227-8144-a50c32195bc2" providerId="ADAL" clId="{E5E6A9EC-F0C7-4508-9439-7237884CB24F}" dt="2025-03-31T13:34:06.314" v="168" actId="164"/>
          <ac:spMkLst>
            <pc:docMk/>
            <pc:sldMk cId="3791540112" sldId="269"/>
            <ac:spMk id="23" creationId="{C0CF614B-3DB7-3B0A-FFA0-4ACAB35C55CE}"/>
          </ac:spMkLst>
        </pc:spChg>
        <pc:spChg chg="mod topLvl">
          <ac:chgData name="AZOUGH Ahmed" userId="544969a6-0016-4227-8144-a50c32195bc2" providerId="ADAL" clId="{E5E6A9EC-F0C7-4508-9439-7237884CB24F}" dt="2025-03-31T13:34:06.314" v="168" actId="164"/>
          <ac:spMkLst>
            <pc:docMk/>
            <pc:sldMk cId="3791540112" sldId="269"/>
            <ac:spMk id="24" creationId="{B1FD85C7-22E3-F20E-BAD9-AD70C7E48CF7}"/>
          </ac:spMkLst>
        </pc:spChg>
        <pc:spChg chg="mod topLvl">
          <ac:chgData name="AZOUGH Ahmed" userId="544969a6-0016-4227-8144-a50c32195bc2" providerId="ADAL" clId="{E5E6A9EC-F0C7-4508-9439-7237884CB24F}" dt="2025-03-31T13:34:06.314" v="168" actId="164"/>
          <ac:spMkLst>
            <pc:docMk/>
            <pc:sldMk cId="3791540112" sldId="269"/>
            <ac:spMk id="26" creationId="{4F0277C8-DA94-8B80-6A6C-FAB06505978B}"/>
          </ac:spMkLst>
        </pc:spChg>
        <pc:spChg chg="mod topLvl">
          <ac:chgData name="AZOUGH Ahmed" userId="544969a6-0016-4227-8144-a50c32195bc2" providerId="ADAL" clId="{E5E6A9EC-F0C7-4508-9439-7237884CB24F}" dt="2025-03-31T13:34:06.314" v="168" actId="164"/>
          <ac:spMkLst>
            <pc:docMk/>
            <pc:sldMk cId="3791540112" sldId="269"/>
            <ac:spMk id="27" creationId="{C3D7043B-3FF8-F960-9D0E-FD9480E4C69C}"/>
          </ac:spMkLst>
        </pc:spChg>
        <pc:spChg chg="mod topLvl">
          <ac:chgData name="AZOUGH Ahmed" userId="544969a6-0016-4227-8144-a50c32195bc2" providerId="ADAL" clId="{E5E6A9EC-F0C7-4508-9439-7237884CB24F}" dt="2025-03-31T13:34:06.314" v="168" actId="164"/>
          <ac:spMkLst>
            <pc:docMk/>
            <pc:sldMk cId="3791540112" sldId="269"/>
            <ac:spMk id="31" creationId="{7112D93F-CD71-78D3-861E-4EC879A2B862}"/>
          </ac:spMkLst>
        </pc:spChg>
        <pc:spChg chg="mod topLvl">
          <ac:chgData name="AZOUGH Ahmed" userId="544969a6-0016-4227-8144-a50c32195bc2" providerId="ADAL" clId="{E5E6A9EC-F0C7-4508-9439-7237884CB24F}" dt="2025-03-31T13:34:06.314" v="168" actId="164"/>
          <ac:spMkLst>
            <pc:docMk/>
            <pc:sldMk cId="3791540112" sldId="269"/>
            <ac:spMk id="32" creationId="{067BBEF0-AFCF-9B51-1C1C-957FC8B242E6}"/>
          </ac:spMkLst>
        </pc:spChg>
        <pc:spChg chg="mod">
          <ac:chgData name="AZOUGH Ahmed" userId="544969a6-0016-4227-8144-a50c32195bc2" providerId="ADAL" clId="{E5E6A9EC-F0C7-4508-9439-7237884CB24F}" dt="2025-03-31T13:33:26.872" v="165" actId="207"/>
          <ac:spMkLst>
            <pc:docMk/>
            <pc:sldMk cId="3791540112" sldId="269"/>
            <ac:spMk id="35" creationId="{37C1285C-D48A-5AB2-D6B4-6BFD36353D39}"/>
          </ac:spMkLst>
        </pc:spChg>
        <pc:spChg chg="mod">
          <ac:chgData name="AZOUGH Ahmed" userId="544969a6-0016-4227-8144-a50c32195bc2" providerId="ADAL" clId="{E5E6A9EC-F0C7-4508-9439-7237884CB24F}" dt="2025-03-31T13:33:34.121" v="167" actId="207"/>
          <ac:spMkLst>
            <pc:docMk/>
            <pc:sldMk cId="3791540112" sldId="269"/>
            <ac:spMk id="36" creationId="{725BE3A1-6E5A-687F-3925-A51AF010C467}"/>
          </ac:spMkLst>
        </pc:spChg>
        <pc:spChg chg="mod">
          <ac:chgData name="AZOUGH Ahmed" userId="544969a6-0016-4227-8144-a50c32195bc2" providerId="ADAL" clId="{E5E6A9EC-F0C7-4508-9439-7237884CB24F}" dt="2025-03-31T13:20:16.312" v="142" actId="207"/>
          <ac:spMkLst>
            <pc:docMk/>
            <pc:sldMk cId="3791540112" sldId="269"/>
            <ac:spMk id="42" creationId="{EF867F89-93A0-22B8-E5EB-A2833E2A9569}"/>
          </ac:spMkLst>
        </pc:spChg>
        <pc:spChg chg="mod">
          <ac:chgData name="AZOUGH Ahmed" userId="544969a6-0016-4227-8144-a50c32195bc2" providerId="ADAL" clId="{E5E6A9EC-F0C7-4508-9439-7237884CB24F}" dt="2025-04-02T08:19:21.117" v="175" actId="20577"/>
          <ac:spMkLst>
            <pc:docMk/>
            <pc:sldMk cId="3791540112" sldId="269"/>
            <ac:spMk id="59" creationId="{0DDE47F2-FA89-8C3F-FBCF-44D5FA52CD96}"/>
          </ac:spMkLst>
        </pc:spChg>
        <pc:spChg chg="mod">
          <ac:chgData name="AZOUGH Ahmed" userId="544969a6-0016-4227-8144-a50c32195bc2" providerId="ADAL" clId="{E5E6A9EC-F0C7-4508-9439-7237884CB24F}" dt="2025-03-31T13:20:54.086" v="151" actId="1038"/>
          <ac:spMkLst>
            <pc:docMk/>
            <pc:sldMk cId="3791540112" sldId="269"/>
            <ac:spMk id="65" creationId="{330E857A-C312-B86F-C38E-445492D1659E}"/>
          </ac:spMkLst>
        </pc:spChg>
        <pc:spChg chg="mod">
          <ac:chgData name="AZOUGH Ahmed" userId="544969a6-0016-4227-8144-a50c32195bc2" providerId="ADAL" clId="{E5E6A9EC-F0C7-4508-9439-7237884CB24F}" dt="2025-04-02T08:23:28.413" v="282" actId="20577"/>
          <ac:spMkLst>
            <pc:docMk/>
            <pc:sldMk cId="3791540112" sldId="269"/>
            <ac:spMk id="66" creationId="{CA3DE605-7364-A28E-82FA-993E5627F9D0}"/>
          </ac:spMkLst>
        </pc:spChg>
        <pc:spChg chg="mod">
          <ac:chgData name="AZOUGH Ahmed" userId="544969a6-0016-4227-8144-a50c32195bc2" providerId="ADAL" clId="{E5E6A9EC-F0C7-4508-9439-7237884CB24F}" dt="2025-03-31T13:20:21.422" v="143" actId="207"/>
          <ac:spMkLst>
            <pc:docMk/>
            <pc:sldMk cId="3791540112" sldId="269"/>
            <ac:spMk id="67" creationId="{2E08D756-033F-0ADB-91BA-E82F5E5A23A9}"/>
          </ac:spMkLst>
        </pc:spChg>
        <pc:spChg chg="mod">
          <ac:chgData name="AZOUGH Ahmed" userId="544969a6-0016-4227-8144-a50c32195bc2" providerId="ADAL" clId="{E5E6A9EC-F0C7-4508-9439-7237884CB24F}" dt="2025-03-31T13:20:30.916" v="144" actId="207"/>
          <ac:spMkLst>
            <pc:docMk/>
            <pc:sldMk cId="3791540112" sldId="269"/>
            <ac:spMk id="68" creationId="{A24A3B5F-4451-A547-CB01-0F0C3FD10C88}"/>
          </ac:spMkLst>
        </pc:spChg>
        <pc:spChg chg="mod">
          <ac:chgData name="AZOUGH Ahmed" userId="544969a6-0016-4227-8144-a50c32195bc2" providerId="ADAL" clId="{E5E6A9EC-F0C7-4508-9439-7237884CB24F}" dt="2025-03-31T13:20:49.796" v="146" actId="207"/>
          <ac:spMkLst>
            <pc:docMk/>
            <pc:sldMk cId="3791540112" sldId="269"/>
            <ac:spMk id="69" creationId="{91C451C1-F115-3809-2FBC-406548EE8D32}"/>
          </ac:spMkLst>
        </pc:spChg>
        <pc:spChg chg="mod">
          <ac:chgData name="AZOUGH Ahmed" userId="544969a6-0016-4227-8144-a50c32195bc2" providerId="ADAL" clId="{E5E6A9EC-F0C7-4508-9439-7237884CB24F}" dt="2025-03-31T13:24:29.310" v="158" actId="1037"/>
          <ac:spMkLst>
            <pc:docMk/>
            <pc:sldMk cId="3791540112" sldId="269"/>
            <ac:spMk id="71" creationId="{C240DC87-EDE6-9F97-8150-CE81AD711756}"/>
          </ac:spMkLst>
        </pc:spChg>
        <pc:spChg chg="mod">
          <ac:chgData name="AZOUGH Ahmed" userId="544969a6-0016-4227-8144-a50c32195bc2" providerId="ADAL" clId="{E5E6A9EC-F0C7-4508-9439-7237884CB24F}" dt="2025-04-02T08:22:39.485" v="269" actId="20577"/>
          <ac:spMkLst>
            <pc:docMk/>
            <pc:sldMk cId="3791540112" sldId="269"/>
            <ac:spMk id="72" creationId="{B4C7FD1B-818E-5294-74DD-A94D05237288}"/>
          </ac:spMkLst>
        </pc:spChg>
        <pc:spChg chg="mod">
          <ac:chgData name="AZOUGH Ahmed" userId="544969a6-0016-4227-8144-a50c32195bc2" providerId="ADAL" clId="{E5E6A9EC-F0C7-4508-9439-7237884CB24F}" dt="2025-03-31T13:35:41.235" v="173" actId="1037"/>
          <ac:spMkLst>
            <pc:docMk/>
            <pc:sldMk cId="3791540112" sldId="269"/>
            <ac:spMk id="97" creationId="{8443B1B4-FE7F-A15F-F98F-5D67105AD3AF}"/>
          </ac:spMkLst>
        </pc:spChg>
        <pc:grpChg chg="add mod">
          <ac:chgData name="AZOUGH Ahmed" userId="544969a6-0016-4227-8144-a50c32195bc2" providerId="ADAL" clId="{E5E6A9EC-F0C7-4508-9439-7237884CB24F}" dt="2025-03-31T13:34:10.521" v="169" actId="12788"/>
          <ac:grpSpMkLst>
            <pc:docMk/>
            <pc:sldMk cId="3791540112" sldId="269"/>
            <ac:grpSpMk id="7" creationId="{EC930FA8-23BC-3C3D-CCAC-12778E55FDBD}"/>
          </ac:grpSpMkLst>
        </pc:grpChg>
        <pc:grpChg chg="del mod">
          <ac:chgData name="AZOUGH Ahmed" userId="544969a6-0016-4227-8144-a50c32195bc2" providerId="ADAL" clId="{E5E6A9EC-F0C7-4508-9439-7237884CB24F}" dt="2025-03-31T12:39:46.559" v="59" actId="165"/>
          <ac:grpSpMkLst>
            <pc:docMk/>
            <pc:sldMk cId="3791540112" sldId="269"/>
            <ac:grpSpMk id="18" creationId="{F76186BB-3A56-6A7D-77DF-71ECDD533E15}"/>
          </ac:grpSpMkLst>
        </pc:grpChg>
        <pc:grpChg chg="del">
          <ac:chgData name="AZOUGH Ahmed" userId="544969a6-0016-4227-8144-a50c32195bc2" providerId="ADAL" clId="{E5E6A9EC-F0C7-4508-9439-7237884CB24F}" dt="2025-03-31T13:09:21.700" v="75" actId="165"/>
          <ac:grpSpMkLst>
            <pc:docMk/>
            <pc:sldMk cId="3791540112" sldId="269"/>
            <ac:grpSpMk id="22" creationId="{037A70EA-9D90-22A7-A023-4CC46762FFE5}"/>
          </ac:grpSpMkLst>
        </pc:grpChg>
        <pc:grpChg chg="del">
          <ac:chgData name="AZOUGH Ahmed" userId="544969a6-0016-4227-8144-a50c32195bc2" providerId="ADAL" clId="{E5E6A9EC-F0C7-4508-9439-7237884CB24F}" dt="2025-03-31T12:40:19.227" v="61" actId="165"/>
          <ac:grpSpMkLst>
            <pc:docMk/>
            <pc:sldMk cId="3791540112" sldId="269"/>
            <ac:grpSpMk id="25" creationId="{3F0B4E53-DB7E-3FCA-23B3-1F68E6906933}"/>
          </ac:grpSpMkLst>
        </pc:grpChg>
        <pc:grpChg chg="del mod">
          <ac:chgData name="AZOUGH Ahmed" userId="544969a6-0016-4227-8144-a50c32195bc2" providerId="ADAL" clId="{E5E6A9EC-F0C7-4508-9439-7237884CB24F}" dt="2025-03-31T13:09:05.279" v="74" actId="165"/>
          <ac:grpSpMkLst>
            <pc:docMk/>
            <pc:sldMk cId="3791540112" sldId="269"/>
            <ac:grpSpMk id="30" creationId="{F2EB9983-F51D-0392-FE95-617A3E4E9A20}"/>
          </ac:grpSpMkLst>
        </pc:grpChg>
        <pc:graphicFrameChg chg="mod modGraphic">
          <ac:chgData name="AZOUGH Ahmed" userId="544969a6-0016-4227-8144-a50c32195bc2" providerId="ADAL" clId="{E5E6A9EC-F0C7-4508-9439-7237884CB24F}" dt="2025-03-31T13:34:06.314" v="168" actId="164"/>
          <ac:graphicFrameMkLst>
            <pc:docMk/>
            <pc:sldMk cId="3791540112" sldId="269"/>
            <ac:graphicFrameMk id="5" creationId="{1C0102E4-FEA5-10DA-DD2F-17E7524BC216}"/>
          </ac:graphicFrameMkLst>
        </pc:graphicFrameChg>
        <pc:graphicFrameChg chg="mod">
          <ac:chgData name="AZOUGH Ahmed" userId="544969a6-0016-4227-8144-a50c32195bc2" providerId="ADAL" clId="{E5E6A9EC-F0C7-4508-9439-7237884CB24F}" dt="2025-04-02T08:20:23.447" v="205" actId="20577"/>
          <ac:graphicFrameMkLst>
            <pc:docMk/>
            <pc:sldMk cId="3791540112" sldId="269"/>
            <ac:graphicFrameMk id="10" creationId="{0F6DA4AB-52E3-A5E0-7752-8CB589E626FD}"/>
          </ac:graphicFrameMkLst>
        </pc:graphicFrameChg>
        <pc:picChg chg="add del mod">
          <ac:chgData name="AZOUGH Ahmed" userId="544969a6-0016-4227-8144-a50c32195bc2" providerId="ADAL" clId="{E5E6A9EC-F0C7-4508-9439-7237884CB24F}" dt="2025-04-02T08:34:16.358" v="291" actId="478"/>
          <ac:picMkLst>
            <pc:docMk/>
            <pc:sldMk cId="3791540112" sldId="269"/>
            <ac:picMk id="6" creationId="{39278DA5-B643-578B-F531-35DA19ADBB30}"/>
          </ac:picMkLst>
        </pc:picChg>
        <pc:picChg chg="add del mod">
          <ac:chgData name="AZOUGH Ahmed" userId="544969a6-0016-4227-8144-a50c32195bc2" providerId="ADAL" clId="{E5E6A9EC-F0C7-4508-9439-7237884CB24F}" dt="2025-03-31T13:26:28.438" v="162" actId="478"/>
          <ac:picMkLst>
            <pc:docMk/>
            <pc:sldMk cId="3791540112" sldId="269"/>
            <ac:picMk id="6" creationId="{852F4A9B-DE2E-F1BF-969E-1476F1D5DC62}"/>
          </ac:picMkLst>
        </pc:picChg>
        <pc:picChg chg="add mod">
          <ac:chgData name="AZOUGH Ahmed" userId="544969a6-0016-4227-8144-a50c32195bc2" providerId="ADAL" clId="{E5E6A9EC-F0C7-4508-9439-7237884CB24F}" dt="2025-04-02T08:34:36.585" v="298" actId="1076"/>
          <ac:picMkLst>
            <pc:docMk/>
            <pc:sldMk cId="3791540112" sldId="269"/>
            <ac:picMk id="8" creationId="{C1AE79F8-132F-E12B-B859-82ABC77BB49F}"/>
          </ac:picMkLst>
        </pc:picChg>
        <pc:picChg chg="del">
          <ac:chgData name="AZOUGH Ahmed" userId="544969a6-0016-4227-8144-a50c32195bc2" providerId="ADAL" clId="{E5E6A9EC-F0C7-4508-9439-7237884CB24F}" dt="2025-04-02T08:27:46.929" v="283" actId="478"/>
          <ac:picMkLst>
            <pc:docMk/>
            <pc:sldMk cId="3791540112" sldId="269"/>
            <ac:picMk id="9" creationId="{BF8492F4-18EE-7F70-71B7-EB351817F5C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FCFA58-ACDB-4B18-83B7-43B75319F61D}" type="doc">
      <dgm:prSet loTypeId="urn:microsoft.com/office/officeart/2005/8/layout/cycle4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B2FA667F-AF24-43C5-8256-B924AA0A71AB}">
      <dgm:prSet phldrT="[Texte]" custT="1"/>
      <dgm:spPr>
        <a:solidFill>
          <a:srgbClr val="CF1052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 lIns="180000" rIns="180000"/>
        <a:lstStyle/>
        <a:p>
          <a:r>
            <a:rPr lang="fr-FR" sz="4000" b="0" dirty="0" err="1">
              <a:latin typeface="Alternate Gothic No.2" pitchFamily="50" charset="0"/>
            </a:rPr>
            <a:t>Learn</a:t>
          </a:r>
          <a:r>
            <a:rPr lang="fr-FR" sz="4000" b="0" dirty="0">
              <a:latin typeface="Alternate Gothic No.2" pitchFamily="50" charset="0"/>
            </a:rPr>
            <a:t> </a:t>
          </a:r>
          <a:endParaRPr lang="en-US" sz="4000" b="0" dirty="0">
            <a:latin typeface="Alternate Gothic No.2" pitchFamily="50" charset="0"/>
          </a:endParaRPr>
        </a:p>
      </dgm:t>
    </dgm:pt>
    <dgm:pt modelId="{C6737387-821C-4DD9-8AE7-9D3094565E08}" type="parTrans" cxnId="{9847FF34-7CC4-45E0-8502-E2E3A2901AF8}">
      <dgm:prSet/>
      <dgm:spPr/>
      <dgm:t>
        <a:bodyPr/>
        <a:lstStyle/>
        <a:p>
          <a:endParaRPr lang="en-US" sz="2800"/>
        </a:p>
      </dgm:t>
    </dgm:pt>
    <dgm:pt modelId="{A55F9076-B7E6-4BF7-A38B-EAA95E73A7D0}" type="sibTrans" cxnId="{9847FF34-7CC4-45E0-8502-E2E3A2901AF8}">
      <dgm:prSet/>
      <dgm:spPr/>
      <dgm:t>
        <a:bodyPr/>
        <a:lstStyle/>
        <a:p>
          <a:endParaRPr lang="en-US" sz="2800"/>
        </a:p>
      </dgm:t>
    </dgm:pt>
    <dgm:pt modelId="{3C39C0B3-D29A-4600-911F-292366DB4158}">
      <dgm:prSet custT="1"/>
      <dgm:spPr>
        <a:solidFill>
          <a:srgbClr val="F57F00"/>
        </a:solidFill>
      </dgm:spPr>
      <dgm:t>
        <a:bodyPr lIns="180000" rIns="180000"/>
        <a:lstStyle/>
        <a:p>
          <a:r>
            <a:rPr lang="fr-FR" sz="4000" b="0" dirty="0" err="1">
              <a:latin typeface="Alternate Gothic No.2" pitchFamily="50" charset="0"/>
            </a:rPr>
            <a:t>Develop</a:t>
          </a:r>
          <a:endParaRPr lang="fr-FR" sz="4000" b="0" dirty="0">
            <a:latin typeface="Alternate Gothic No.2" pitchFamily="50" charset="0"/>
          </a:endParaRPr>
        </a:p>
      </dgm:t>
    </dgm:pt>
    <dgm:pt modelId="{B42A8E79-267E-4D06-B9A8-1A0D19550DC5}" type="parTrans" cxnId="{9319486F-2CED-4EEF-ADA5-BF20D0698AB3}">
      <dgm:prSet/>
      <dgm:spPr/>
      <dgm:t>
        <a:bodyPr/>
        <a:lstStyle/>
        <a:p>
          <a:endParaRPr lang="en-US" sz="2800"/>
        </a:p>
      </dgm:t>
    </dgm:pt>
    <dgm:pt modelId="{DD611D3C-D38E-4A7D-9FD6-2F146759F923}" type="sibTrans" cxnId="{9319486F-2CED-4EEF-ADA5-BF20D0698AB3}">
      <dgm:prSet/>
      <dgm:spPr/>
      <dgm:t>
        <a:bodyPr/>
        <a:lstStyle/>
        <a:p>
          <a:endParaRPr lang="en-US" sz="2800"/>
        </a:p>
      </dgm:t>
    </dgm:pt>
    <dgm:pt modelId="{BF22DFB5-BADB-47F8-A478-1D004CB76AD7}">
      <dgm:prSet custT="1"/>
      <dgm:spPr>
        <a:solidFill>
          <a:srgbClr val="0095BB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 lIns="180000" rIns="0"/>
        <a:lstStyle/>
        <a:p>
          <a:r>
            <a:rPr lang="fr-FR" sz="4000" b="0" dirty="0" err="1">
              <a:latin typeface="Alternate Gothic No.2" pitchFamily="50" charset="0"/>
            </a:rPr>
            <a:t>Research</a:t>
          </a:r>
          <a:endParaRPr lang="fr-FR" sz="4000" b="0" dirty="0">
            <a:latin typeface="Alternate Gothic No.2" pitchFamily="50" charset="0"/>
          </a:endParaRPr>
        </a:p>
      </dgm:t>
    </dgm:pt>
    <dgm:pt modelId="{071020CB-44FA-42A2-B10E-E61673E77355}" type="parTrans" cxnId="{C7A629FC-E2CA-414C-995B-1DF28036BCB8}">
      <dgm:prSet/>
      <dgm:spPr/>
      <dgm:t>
        <a:bodyPr/>
        <a:lstStyle/>
        <a:p>
          <a:endParaRPr lang="en-US" sz="2800"/>
        </a:p>
      </dgm:t>
    </dgm:pt>
    <dgm:pt modelId="{C979CCED-EE09-4463-B46B-307F3BBDB4C1}" type="sibTrans" cxnId="{C7A629FC-E2CA-414C-995B-1DF28036BCB8}">
      <dgm:prSet/>
      <dgm:spPr/>
      <dgm:t>
        <a:bodyPr/>
        <a:lstStyle/>
        <a:p>
          <a:endParaRPr lang="en-US" sz="2800"/>
        </a:p>
      </dgm:t>
    </dgm:pt>
    <dgm:pt modelId="{6B6268C5-8392-4FED-828E-719889EBFEFC}">
      <dgm:prSet phldr="0" custT="1"/>
      <dgm:spPr>
        <a:solidFill>
          <a:srgbClr val="008383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pPr rtl="0"/>
          <a:r>
            <a:rPr lang="fr-FR" sz="4000" b="0" dirty="0">
              <a:latin typeface="Alternate Gothic No.2"/>
            </a:rPr>
            <a:t>Promote</a:t>
          </a:r>
          <a:endParaRPr lang="fr-FR" sz="3200" b="0" dirty="0">
            <a:latin typeface="Alternate Gothic No.2"/>
          </a:endParaRPr>
        </a:p>
      </dgm:t>
    </dgm:pt>
    <dgm:pt modelId="{7658BBBE-CA24-4B34-9765-F962AD677360}" type="parTrans" cxnId="{C00FE01B-BF21-4134-B6E0-4A5B50484E5B}">
      <dgm:prSet/>
      <dgm:spPr/>
      <dgm:t>
        <a:bodyPr/>
        <a:lstStyle/>
        <a:p>
          <a:endParaRPr lang="en-US" sz="1200"/>
        </a:p>
      </dgm:t>
    </dgm:pt>
    <dgm:pt modelId="{4C611E84-E9A2-46CE-B677-A83246E938B5}" type="sibTrans" cxnId="{C00FE01B-BF21-4134-B6E0-4A5B50484E5B}">
      <dgm:prSet/>
      <dgm:spPr/>
      <dgm:t>
        <a:bodyPr/>
        <a:lstStyle/>
        <a:p>
          <a:endParaRPr lang="en-US" sz="1200"/>
        </a:p>
      </dgm:t>
    </dgm:pt>
    <dgm:pt modelId="{2738F973-714E-4244-9E81-119FFC469114}" type="pres">
      <dgm:prSet presAssocID="{25FCFA58-ACDB-4B18-83B7-43B75319F61D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6DFDC5BB-05C4-4215-8288-AD1E578BA3E6}" type="pres">
      <dgm:prSet presAssocID="{25FCFA58-ACDB-4B18-83B7-43B75319F61D}" presName="children" presStyleCnt="0"/>
      <dgm:spPr/>
    </dgm:pt>
    <dgm:pt modelId="{8E05C0AE-586B-4E2B-B30C-F30873D82143}" type="pres">
      <dgm:prSet presAssocID="{25FCFA58-ACDB-4B18-83B7-43B75319F61D}" presName="childPlaceholder" presStyleCnt="0"/>
      <dgm:spPr/>
    </dgm:pt>
    <dgm:pt modelId="{137A1969-0901-4ADB-B0EA-FBB0A56B5A05}" type="pres">
      <dgm:prSet presAssocID="{25FCFA58-ACDB-4B18-83B7-43B75319F61D}" presName="circle" presStyleCnt="0"/>
      <dgm:spPr/>
    </dgm:pt>
    <dgm:pt modelId="{A27F3683-A990-4BF1-8CBB-4151707EC49C}" type="pres">
      <dgm:prSet presAssocID="{25FCFA58-ACDB-4B18-83B7-43B75319F61D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DB5584B4-A0A0-4E04-9004-F2DCD8CB1EA9}" type="pres">
      <dgm:prSet presAssocID="{25FCFA58-ACDB-4B18-83B7-43B75319F61D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CDEA4E83-456B-48AF-A107-B593A08DDDB1}" type="pres">
      <dgm:prSet presAssocID="{25FCFA58-ACDB-4B18-83B7-43B75319F61D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7648CCE9-66B1-4A6A-A176-09657B641D5D}" type="pres">
      <dgm:prSet presAssocID="{25FCFA58-ACDB-4B18-83B7-43B75319F61D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8C88E47D-47C0-4407-8924-D0C12FACD2D7}" type="pres">
      <dgm:prSet presAssocID="{25FCFA58-ACDB-4B18-83B7-43B75319F61D}" presName="quadrantPlaceholder" presStyleCnt="0"/>
      <dgm:spPr/>
    </dgm:pt>
    <dgm:pt modelId="{18EF0F3B-8010-40A3-A3F6-C2618B8B95CE}" type="pres">
      <dgm:prSet presAssocID="{25FCFA58-ACDB-4B18-83B7-43B75319F61D}" presName="center1" presStyleLbl="fgShp" presStyleIdx="0" presStyleCnt="2" custLinFactNeighborX="2750" custLinFactNeighborY="-75"/>
      <dgm:spPr/>
    </dgm:pt>
    <dgm:pt modelId="{380F84D7-6F14-4252-9E01-6E98B60AE5F4}" type="pres">
      <dgm:prSet presAssocID="{25FCFA58-ACDB-4B18-83B7-43B75319F61D}" presName="center2" presStyleLbl="fgShp" presStyleIdx="1" presStyleCnt="2" custLinFactNeighborX="6725" custLinFactNeighborY="-217"/>
      <dgm:spPr/>
    </dgm:pt>
  </dgm:ptLst>
  <dgm:cxnLst>
    <dgm:cxn modelId="{F8776B19-CF6E-4F3D-A26C-A69624ED77AA}" type="presOf" srcId="{BF22DFB5-BADB-47F8-A478-1D004CB76AD7}" destId="{CDEA4E83-456B-48AF-A107-B593A08DDDB1}" srcOrd="0" destOrd="0" presId="urn:microsoft.com/office/officeart/2005/8/layout/cycle4"/>
    <dgm:cxn modelId="{C00FE01B-BF21-4134-B6E0-4A5B50484E5B}" srcId="{25FCFA58-ACDB-4B18-83B7-43B75319F61D}" destId="{6B6268C5-8392-4FED-828E-719889EBFEFC}" srcOrd="3" destOrd="0" parTransId="{7658BBBE-CA24-4B34-9765-F962AD677360}" sibTransId="{4C611E84-E9A2-46CE-B677-A83246E938B5}"/>
    <dgm:cxn modelId="{9847FF34-7CC4-45E0-8502-E2E3A2901AF8}" srcId="{25FCFA58-ACDB-4B18-83B7-43B75319F61D}" destId="{B2FA667F-AF24-43C5-8256-B924AA0A71AB}" srcOrd="0" destOrd="0" parTransId="{C6737387-821C-4DD9-8AE7-9D3094565E08}" sibTransId="{A55F9076-B7E6-4BF7-A38B-EAA95E73A7D0}"/>
    <dgm:cxn modelId="{841A8244-52E2-41C1-AB45-D20C65F6E792}" type="presOf" srcId="{B2FA667F-AF24-43C5-8256-B924AA0A71AB}" destId="{A27F3683-A990-4BF1-8CBB-4151707EC49C}" srcOrd="0" destOrd="0" presId="urn:microsoft.com/office/officeart/2005/8/layout/cycle4"/>
    <dgm:cxn modelId="{9319486F-2CED-4EEF-ADA5-BF20D0698AB3}" srcId="{25FCFA58-ACDB-4B18-83B7-43B75319F61D}" destId="{3C39C0B3-D29A-4600-911F-292366DB4158}" srcOrd="1" destOrd="0" parTransId="{B42A8E79-267E-4D06-B9A8-1A0D19550DC5}" sibTransId="{DD611D3C-D38E-4A7D-9FD6-2F146759F923}"/>
    <dgm:cxn modelId="{24C53B7B-7531-4631-97B3-632BA2764F8C}" type="presOf" srcId="{3C39C0B3-D29A-4600-911F-292366DB4158}" destId="{DB5584B4-A0A0-4E04-9004-F2DCD8CB1EA9}" srcOrd="0" destOrd="0" presId="urn:microsoft.com/office/officeart/2005/8/layout/cycle4"/>
    <dgm:cxn modelId="{57F6908F-5D25-47DA-B986-34A87154FC96}" type="presOf" srcId="{25FCFA58-ACDB-4B18-83B7-43B75319F61D}" destId="{2738F973-714E-4244-9E81-119FFC469114}" srcOrd="0" destOrd="0" presId="urn:microsoft.com/office/officeart/2005/8/layout/cycle4"/>
    <dgm:cxn modelId="{334E8CAC-D2A2-4830-BA45-4D3AF391D991}" type="presOf" srcId="{6B6268C5-8392-4FED-828E-719889EBFEFC}" destId="{7648CCE9-66B1-4A6A-A176-09657B641D5D}" srcOrd="0" destOrd="0" presId="urn:microsoft.com/office/officeart/2005/8/layout/cycle4"/>
    <dgm:cxn modelId="{C7A629FC-E2CA-414C-995B-1DF28036BCB8}" srcId="{25FCFA58-ACDB-4B18-83B7-43B75319F61D}" destId="{BF22DFB5-BADB-47F8-A478-1D004CB76AD7}" srcOrd="2" destOrd="0" parTransId="{071020CB-44FA-42A2-B10E-E61673E77355}" sibTransId="{C979CCED-EE09-4463-B46B-307F3BBDB4C1}"/>
    <dgm:cxn modelId="{5CB33DA2-5F1E-4FE2-9E92-71B20971BF5C}" type="presParOf" srcId="{2738F973-714E-4244-9E81-119FFC469114}" destId="{6DFDC5BB-05C4-4215-8288-AD1E578BA3E6}" srcOrd="0" destOrd="0" presId="urn:microsoft.com/office/officeart/2005/8/layout/cycle4"/>
    <dgm:cxn modelId="{2765E73E-3CEC-49A6-94BB-65C520A995BF}" type="presParOf" srcId="{6DFDC5BB-05C4-4215-8288-AD1E578BA3E6}" destId="{8E05C0AE-586B-4E2B-B30C-F30873D82143}" srcOrd="0" destOrd="0" presId="urn:microsoft.com/office/officeart/2005/8/layout/cycle4"/>
    <dgm:cxn modelId="{9D7791E9-32D9-4AFC-B16A-9AE7993554E2}" type="presParOf" srcId="{2738F973-714E-4244-9E81-119FFC469114}" destId="{137A1969-0901-4ADB-B0EA-FBB0A56B5A05}" srcOrd="1" destOrd="0" presId="urn:microsoft.com/office/officeart/2005/8/layout/cycle4"/>
    <dgm:cxn modelId="{18CC6872-033D-4B40-B8C7-3DF90E368F95}" type="presParOf" srcId="{137A1969-0901-4ADB-B0EA-FBB0A56B5A05}" destId="{A27F3683-A990-4BF1-8CBB-4151707EC49C}" srcOrd="0" destOrd="0" presId="urn:microsoft.com/office/officeart/2005/8/layout/cycle4"/>
    <dgm:cxn modelId="{C4855FF5-B14C-4C44-8521-95DDFB416EA0}" type="presParOf" srcId="{137A1969-0901-4ADB-B0EA-FBB0A56B5A05}" destId="{DB5584B4-A0A0-4E04-9004-F2DCD8CB1EA9}" srcOrd="1" destOrd="0" presId="urn:microsoft.com/office/officeart/2005/8/layout/cycle4"/>
    <dgm:cxn modelId="{1980A915-0E5B-4077-BD2C-11F08CC6EA88}" type="presParOf" srcId="{137A1969-0901-4ADB-B0EA-FBB0A56B5A05}" destId="{CDEA4E83-456B-48AF-A107-B593A08DDDB1}" srcOrd="2" destOrd="0" presId="urn:microsoft.com/office/officeart/2005/8/layout/cycle4"/>
    <dgm:cxn modelId="{FF882B8C-3549-48E8-B1DE-510C5F2B89B8}" type="presParOf" srcId="{137A1969-0901-4ADB-B0EA-FBB0A56B5A05}" destId="{7648CCE9-66B1-4A6A-A176-09657B641D5D}" srcOrd="3" destOrd="0" presId="urn:microsoft.com/office/officeart/2005/8/layout/cycle4"/>
    <dgm:cxn modelId="{1883009D-B32D-43CA-900D-70356AEA0696}" type="presParOf" srcId="{137A1969-0901-4ADB-B0EA-FBB0A56B5A05}" destId="{8C88E47D-47C0-4407-8924-D0C12FACD2D7}" srcOrd="4" destOrd="0" presId="urn:microsoft.com/office/officeart/2005/8/layout/cycle4"/>
    <dgm:cxn modelId="{A839A1DF-1945-4C1B-A5D9-B8DDAEDB21C0}" type="presParOf" srcId="{2738F973-714E-4244-9E81-119FFC469114}" destId="{18EF0F3B-8010-40A3-A3F6-C2618B8B95CE}" srcOrd="2" destOrd="0" presId="urn:microsoft.com/office/officeart/2005/8/layout/cycle4"/>
    <dgm:cxn modelId="{4E3DAB02-C77A-48C4-9577-2D901B29CCF5}" type="presParOf" srcId="{2738F973-714E-4244-9E81-119FFC469114}" destId="{380F84D7-6F14-4252-9E01-6E98B60AE5F4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518872-08FC-4927-AC84-4555B0B450E1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88BEBE0-B7CC-4C23-944B-9D75A93DD635}">
      <dgm:prSet phldrT="[Texte]" custT="1"/>
      <dgm:spPr>
        <a:solidFill>
          <a:srgbClr val="F57F00"/>
        </a:solidFill>
      </dgm:spPr>
      <dgm:t>
        <a:bodyPr/>
        <a:lstStyle/>
        <a:p>
          <a:r>
            <a:rPr lang="fr-FR" sz="1600" b="1">
              <a:cs typeface="Calibri"/>
            </a:rPr>
            <a:t>Acculturer et former</a:t>
          </a:r>
          <a:endParaRPr lang="en-US" sz="1600" dirty="0"/>
        </a:p>
      </dgm:t>
    </dgm:pt>
    <dgm:pt modelId="{36083060-824A-4A84-AB18-468F22188F6B}" type="parTrans" cxnId="{991B5DD9-0E28-4FF6-AC33-6370C9DA1790}">
      <dgm:prSet/>
      <dgm:spPr/>
      <dgm:t>
        <a:bodyPr/>
        <a:lstStyle/>
        <a:p>
          <a:endParaRPr lang="en-US" sz="2000"/>
        </a:p>
      </dgm:t>
    </dgm:pt>
    <dgm:pt modelId="{B1A8CF99-89A1-493D-A3C9-C8D74B2C84F6}" type="sibTrans" cxnId="{991B5DD9-0E28-4FF6-AC33-6370C9DA1790}">
      <dgm:prSet/>
      <dgm:spPr/>
      <dgm:t>
        <a:bodyPr/>
        <a:lstStyle/>
        <a:p>
          <a:endParaRPr lang="en-US" sz="2000"/>
        </a:p>
      </dgm:t>
    </dgm:pt>
    <dgm:pt modelId="{09C90081-EAF0-4A01-8215-3F7848A1D9D0}">
      <dgm:prSet custT="1"/>
      <dgm:spPr>
        <a:solidFill>
          <a:srgbClr val="008383"/>
        </a:solidFill>
      </dgm:spPr>
      <dgm:t>
        <a:bodyPr/>
        <a:lstStyle/>
        <a:p>
          <a:r>
            <a:rPr lang="fr-FR" sz="1600" b="1" dirty="0">
              <a:cs typeface="Calibri"/>
            </a:rPr>
            <a:t>Développer une expertise</a:t>
          </a:r>
          <a:endParaRPr lang="fr-FR" sz="1600" dirty="0">
            <a:cs typeface="Calibri"/>
          </a:endParaRPr>
        </a:p>
      </dgm:t>
    </dgm:pt>
    <dgm:pt modelId="{85C171E4-D2D8-471F-88C4-D332D985BBFD}" type="parTrans" cxnId="{26726807-F7F6-471E-9307-A149485F7576}">
      <dgm:prSet/>
      <dgm:spPr/>
      <dgm:t>
        <a:bodyPr/>
        <a:lstStyle/>
        <a:p>
          <a:endParaRPr lang="en-US" sz="2000"/>
        </a:p>
      </dgm:t>
    </dgm:pt>
    <dgm:pt modelId="{6A8FF8F0-5C89-4008-BA61-0F72942AAD7D}" type="sibTrans" cxnId="{26726807-F7F6-471E-9307-A149485F7576}">
      <dgm:prSet/>
      <dgm:spPr/>
      <dgm:t>
        <a:bodyPr/>
        <a:lstStyle/>
        <a:p>
          <a:endParaRPr lang="en-US" sz="2000"/>
        </a:p>
      </dgm:t>
    </dgm:pt>
    <dgm:pt modelId="{8A7FCD44-0756-44E7-A13D-833A72ACF50C}">
      <dgm:prSet custT="1"/>
      <dgm:spPr>
        <a:solidFill>
          <a:srgbClr val="0095BB"/>
        </a:solidFill>
      </dgm:spPr>
      <dgm:t>
        <a:bodyPr/>
        <a:lstStyle/>
        <a:p>
          <a:r>
            <a:rPr lang="fr-FR" sz="1600" b="1" dirty="0">
              <a:cs typeface="Calibri"/>
            </a:rPr>
            <a:t>Créer son propre contenu </a:t>
          </a:r>
          <a:r>
            <a:rPr lang="fr-FR" sz="1600" dirty="0">
              <a:cs typeface="Calibri"/>
            </a:rPr>
            <a:t>pédagogique</a:t>
          </a:r>
        </a:p>
      </dgm:t>
    </dgm:pt>
    <dgm:pt modelId="{E8C796EB-CF15-4617-B001-22415563DDE6}" type="parTrans" cxnId="{2014338C-6938-4E95-B8DF-4D9D806B5170}">
      <dgm:prSet/>
      <dgm:spPr/>
      <dgm:t>
        <a:bodyPr/>
        <a:lstStyle/>
        <a:p>
          <a:endParaRPr lang="en-US" sz="2000"/>
        </a:p>
      </dgm:t>
    </dgm:pt>
    <dgm:pt modelId="{6C950DEA-9F53-4416-A188-AB6EDDA8664A}" type="sibTrans" cxnId="{2014338C-6938-4E95-B8DF-4D9D806B5170}">
      <dgm:prSet/>
      <dgm:spPr/>
      <dgm:t>
        <a:bodyPr/>
        <a:lstStyle/>
        <a:p>
          <a:endParaRPr lang="en-US" sz="2000"/>
        </a:p>
      </dgm:t>
    </dgm:pt>
    <dgm:pt modelId="{AF87094A-722A-4A1E-94B8-5E741D71FD37}">
      <dgm:prSet custT="1"/>
      <dgm:spPr>
        <a:solidFill>
          <a:srgbClr val="CF1052"/>
        </a:solidFill>
      </dgm:spPr>
      <dgm:t>
        <a:bodyPr/>
        <a:lstStyle/>
        <a:p>
          <a:r>
            <a:rPr lang="fr-FR" sz="1600" b="1">
              <a:cs typeface="Calibri"/>
            </a:rPr>
            <a:t>Fournir une expertise </a:t>
          </a:r>
          <a:r>
            <a:rPr lang="fr-FR" sz="1600">
              <a:cs typeface="Calibri"/>
            </a:rPr>
            <a:t>aux partenaires</a:t>
          </a:r>
          <a:endParaRPr lang="fr-FR" sz="1600" dirty="0">
            <a:cs typeface="Calibri"/>
          </a:endParaRPr>
        </a:p>
      </dgm:t>
    </dgm:pt>
    <dgm:pt modelId="{D7DB8412-2095-4E38-B07B-C40831F132B3}" type="parTrans" cxnId="{BC589C70-A4DA-4098-B09D-962954A78DEA}">
      <dgm:prSet/>
      <dgm:spPr/>
      <dgm:t>
        <a:bodyPr/>
        <a:lstStyle/>
        <a:p>
          <a:endParaRPr lang="en-US" sz="2000"/>
        </a:p>
      </dgm:t>
    </dgm:pt>
    <dgm:pt modelId="{885513C2-5B60-420D-B93A-DA742B3A438C}" type="sibTrans" cxnId="{BC589C70-A4DA-4098-B09D-962954A78DEA}">
      <dgm:prSet/>
      <dgm:spPr/>
      <dgm:t>
        <a:bodyPr/>
        <a:lstStyle/>
        <a:p>
          <a:endParaRPr lang="en-US" sz="2000"/>
        </a:p>
      </dgm:t>
    </dgm:pt>
    <dgm:pt modelId="{705B65BB-CEDC-484B-B0EB-FC2FA90B39C5}">
      <dgm:prSet custT="1"/>
      <dgm:spPr>
        <a:solidFill>
          <a:srgbClr val="008383"/>
        </a:solidFill>
      </dgm:spPr>
      <dgm:t>
        <a:bodyPr/>
        <a:lstStyle/>
        <a:p>
          <a:r>
            <a:rPr lang="fr-FR" sz="1600" b="1" dirty="0">
              <a:cs typeface="Calibri"/>
            </a:rPr>
            <a:t>Participer au rayonnement </a:t>
          </a:r>
          <a:r>
            <a:rPr lang="fr-FR" sz="1600" dirty="0">
              <a:cs typeface="Calibri"/>
            </a:rPr>
            <a:t>du Pôle</a:t>
          </a:r>
        </a:p>
      </dgm:t>
    </dgm:pt>
    <dgm:pt modelId="{29677493-D13D-49B1-8920-77104BE57CE3}" type="parTrans" cxnId="{D236C0AE-0B0C-4A31-80D1-810C122CCD81}">
      <dgm:prSet/>
      <dgm:spPr/>
      <dgm:t>
        <a:bodyPr/>
        <a:lstStyle/>
        <a:p>
          <a:endParaRPr lang="en-US" sz="2000"/>
        </a:p>
      </dgm:t>
    </dgm:pt>
    <dgm:pt modelId="{BE147A90-8B97-48A8-9A98-9E4F39E30900}" type="sibTrans" cxnId="{D236C0AE-0B0C-4A31-80D1-810C122CCD81}">
      <dgm:prSet/>
      <dgm:spPr/>
      <dgm:t>
        <a:bodyPr/>
        <a:lstStyle/>
        <a:p>
          <a:endParaRPr lang="en-US" sz="2000"/>
        </a:p>
      </dgm:t>
    </dgm:pt>
    <dgm:pt modelId="{61E6E13D-E7C7-4122-B758-8C5B39BE5620}">
      <dgm:prSet custT="1"/>
      <dgm:spPr>
        <a:solidFill>
          <a:srgbClr val="F57F00"/>
        </a:solidFill>
      </dgm:spPr>
      <dgm:t>
        <a:bodyPr/>
        <a:lstStyle/>
        <a:p>
          <a:r>
            <a:rPr lang="fr-FR" sz="1600" b="1" dirty="0">
              <a:cs typeface="Calibri"/>
            </a:rPr>
            <a:t>Développer une recherche </a:t>
          </a:r>
          <a:r>
            <a:rPr lang="fr-FR" sz="1600" dirty="0">
              <a:cs typeface="Calibri"/>
            </a:rPr>
            <a:t>transversale</a:t>
          </a:r>
          <a:endParaRPr lang="en-US" sz="1600" dirty="0"/>
        </a:p>
      </dgm:t>
    </dgm:pt>
    <dgm:pt modelId="{96AA0024-D21B-4C69-8006-35126D6A9EE9}" type="parTrans" cxnId="{2B8B52DC-652C-4051-AC48-BACCC3929684}">
      <dgm:prSet/>
      <dgm:spPr/>
      <dgm:t>
        <a:bodyPr/>
        <a:lstStyle/>
        <a:p>
          <a:endParaRPr lang="en-US" sz="2000"/>
        </a:p>
      </dgm:t>
    </dgm:pt>
    <dgm:pt modelId="{756D8A4A-4289-4E64-B30A-994C69093FB9}" type="sibTrans" cxnId="{2B8B52DC-652C-4051-AC48-BACCC3929684}">
      <dgm:prSet/>
      <dgm:spPr/>
      <dgm:t>
        <a:bodyPr/>
        <a:lstStyle/>
        <a:p>
          <a:endParaRPr lang="en-US" sz="2000"/>
        </a:p>
      </dgm:t>
    </dgm:pt>
    <dgm:pt modelId="{492D4CD6-B784-47DC-8ECC-3F06963C37DC}" type="pres">
      <dgm:prSet presAssocID="{21518872-08FC-4927-AC84-4555B0B450E1}" presName="CompostProcess" presStyleCnt="0">
        <dgm:presLayoutVars>
          <dgm:dir/>
          <dgm:resizeHandles val="exact"/>
        </dgm:presLayoutVars>
      </dgm:prSet>
      <dgm:spPr/>
    </dgm:pt>
    <dgm:pt modelId="{3278979F-B342-4F6B-919A-56F502D085C5}" type="pres">
      <dgm:prSet presAssocID="{21518872-08FC-4927-AC84-4555B0B450E1}" presName="arrow" presStyleLbl="bgShp" presStyleIdx="0" presStyleCnt="1" custScaleX="117647" custLinFactY="24133" custLinFactNeighborX="-44955" custLinFactNeighborY="100000"/>
      <dgm:spPr/>
    </dgm:pt>
    <dgm:pt modelId="{961B9636-2803-4E22-9EA4-43ABAA07EDA1}" type="pres">
      <dgm:prSet presAssocID="{21518872-08FC-4927-AC84-4555B0B450E1}" presName="linearProcess" presStyleCnt="0"/>
      <dgm:spPr/>
    </dgm:pt>
    <dgm:pt modelId="{086DABE0-5A4F-4FC7-93D0-C48EFCC1CBD3}" type="pres">
      <dgm:prSet presAssocID="{288BEBE0-B7CC-4C23-944B-9D75A93DD635}" presName="textNode" presStyleLbl="node1" presStyleIdx="0" presStyleCnt="6" custLinFactNeighborX="-779" custLinFactNeighborY="-96">
        <dgm:presLayoutVars>
          <dgm:bulletEnabled val="1"/>
        </dgm:presLayoutVars>
      </dgm:prSet>
      <dgm:spPr/>
    </dgm:pt>
    <dgm:pt modelId="{5E1FA133-F467-484D-BBE0-50177085E332}" type="pres">
      <dgm:prSet presAssocID="{B1A8CF99-89A1-493D-A3C9-C8D74B2C84F6}" presName="sibTrans" presStyleCnt="0"/>
      <dgm:spPr/>
    </dgm:pt>
    <dgm:pt modelId="{6C754DB1-1F17-4462-A460-CDA3F97A32B0}" type="pres">
      <dgm:prSet presAssocID="{09C90081-EAF0-4A01-8215-3F7848A1D9D0}" presName="textNode" presStyleLbl="node1" presStyleIdx="1" presStyleCnt="6">
        <dgm:presLayoutVars>
          <dgm:bulletEnabled val="1"/>
        </dgm:presLayoutVars>
      </dgm:prSet>
      <dgm:spPr/>
    </dgm:pt>
    <dgm:pt modelId="{7C12D5C9-C582-4826-9F02-45AA53768BEF}" type="pres">
      <dgm:prSet presAssocID="{6A8FF8F0-5C89-4008-BA61-0F72942AAD7D}" presName="sibTrans" presStyleCnt="0"/>
      <dgm:spPr/>
    </dgm:pt>
    <dgm:pt modelId="{D09B0E17-3953-420E-BC5D-EF10C8D02C9D}" type="pres">
      <dgm:prSet presAssocID="{8A7FCD44-0756-44E7-A13D-833A72ACF50C}" presName="textNode" presStyleLbl="node1" presStyleIdx="2" presStyleCnt="6">
        <dgm:presLayoutVars>
          <dgm:bulletEnabled val="1"/>
        </dgm:presLayoutVars>
      </dgm:prSet>
      <dgm:spPr/>
    </dgm:pt>
    <dgm:pt modelId="{2CAEEE9E-04BF-4EB1-AAD2-0E3EFBFC194D}" type="pres">
      <dgm:prSet presAssocID="{6C950DEA-9F53-4416-A188-AB6EDDA8664A}" presName="sibTrans" presStyleCnt="0"/>
      <dgm:spPr/>
    </dgm:pt>
    <dgm:pt modelId="{81638BA7-3DD6-4BEC-AF03-421C41812295}" type="pres">
      <dgm:prSet presAssocID="{AF87094A-722A-4A1E-94B8-5E741D71FD37}" presName="textNode" presStyleLbl="node1" presStyleIdx="3" presStyleCnt="6">
        <dgm:presLayoutVars>
          <dgm:bulletEnabled val="1"/>
        </dgm:presLayoutVars>
      </dgm:prSet>
      <dgm:spPr/>
    </dgm:pt>
    <dgm:pt modelId="{865BDB71-3E8D-48AA-9D47-386C2D45922F}" type="pres">
      <dgm:prSet presAssocID="{885513C2-5B60-420D-B93A-DA742B3A438C}" presName="sibTrans" presStyleCnt="0"/>
      <dgm:spPr/>
    </dgm:pt>
    <dgm:pt modelId="{A2A9979B-E244-4F0C-83C0-1DEA01EF805C}" type="pres">
      <dgm:prSet presAssocID="{705B65BB-CEDC-484B-B0EB-FC2FA90B39C5}" presName="textNode" presStyleLbl="node1" presStyleIdx="4" presStyleCnt="6">
        <dgm:presLayoutVars>
          <dgm:bulletEnabled val="1"/>
        </dgm:presLayoutVars>
      </dgm:prSet>
      <dgm:spPr/>
    </dgm:pt>
    <dgm:pt modelId="{B29623BD-4271-4D18-94C5-5C4EE6A741CA}" type="pres">
      <dgm:prSet presAssocID="{BE147A90-8B97-48A8-9A98-9E4F39E30900}" presName="sibTrans" presStyleCnt="0"/>
      <dgm:spPr/>
    </dgm:pt>
    <dgm:pt modelId="{60916762-5B31-468F-A47E-E1433E836D55}" type="pres">
      <dgm:prSet presAssocID="{61E6E13D-E7C7-4122-B758-8C5B39BE5620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26726807-F7F6-471E-9307-A149485F7576}" srcId="{21518872-08FC-4927-AC84-4555B0B450E1}" destId="{09C90081-EAF0-4A01-8215-3F7848A1D9D0}" srcOrd="1" destOrd="0" parTransId="{85C171E4-D2D8-471F-88C4-D332D985BBFD}" sibTransId="{6A8FF8F0-5C89-4008-BA61-0F72942AAD7D}"/>
    <dgm:cxn modelId="{D2D30A6F-A570-48A6-8CC0-B900B3083617}" type="presOf" srcId="{09C90081-EAF0-4A01-8215-3F7848A1D9D0}" destId="{6C754DB1-1F17-4462-A460-CDA3F97A32B0}" srcOrd="0" destOrd="0" presId="urn:microsoft.com/office/officeart/2005/8/layout/hProcess9"/>
    <dgm:cxn modelId="{BC589C70-A4DA-4098-B09D-962954A78DEA}" srcId="{21518872-08FC-4927-AC84-4555B0B450E1}" destId="{AF87094A-722A-4A1E-94B8-5E741D71FD37}" srcOrd="3" destOrd="0" parTransId="{D7DB8412-2095-4E38-B07B-C40831F132B3}" sibTransId="{885513C2-5B60-420D-B93A-DA742B3A438C}"/>
    <dgm:cxn modelId="{DD0E1657-B29C-46FE-AC1F-D56FC405A0DC}" type="presOf" srcId="{21518872-08FC-4927-AC84-4555B0B450E1}" destId="{492D4CD6-B784-47DC-8ECC-3F06963C37DC}" srcOrd="0" destOrd="0" presId="urn:microsoft.com/office/officeart/2005/8/layout/hProcess9"/>
    <dgm:cxn modelId="{3BBDF081-B2BA-405E-AC5D-D890CAD0AE74}" type="presOf" srcId="{AF87094A-722A-4A1E-94B8-5E741D71FD37}" destId="{81638BA7-3DD6-4BEC-AF03-421C41812295}" srcOrd="0" destOrd="0" presId="urn:microsoft.com/office/officeart/2005/8/layout/hProcess9"/>
    <dgm:cxn modelId="{2014338C-6938-4E95-B8DF-4D9D806B5170}" srcId="{21518872-08FC-4927-AC84-4555B0B450E1}" destId="{8A7FCD44-0756-44E7-A13D-833A72ACF50C}" srcOrd="2" destOrd="0" parTransId="{E8C796EB-CF15-4617-B001-22415563DDE6}" sibTransId="{6C950DEA-9F53-4416-A188-AB6EDDA8664A}"/>
    <dgm:cxn modelId="{F080CB96-DC77-465E-967F-10119C33C0DA}" type="presOf" srcId="{705B65BB-CEDC-484B-B0EB-FC2FA90B39C5}" destId="{A2A9979B-E244-4F0C-83C0-1DEA01EF805C}" srcOrd="0" destOrd="0" presId="urn:microsoft.com/office/officeart/2005/8/layout/hProcess9"/>
    <dgm:cxn modelId="{F79BD698-A41F-47BB-8BD2-731AF1473612}" type="presOf" srcId="{8A7FCD44-0756-44E7-A13D-833A72ACF50C}" destId="{D09B0E17-3953-420E-BC5D-EF10C8D02C9D}" srcOrd="0" destOrd="0" presId="urn:microsoft.com/office/officeart/2005/8/layout/hProcess9"/>
    <dgm:cxn modelId="{2E939DA2-18D1-44D1-B500-6E159A8E9F4D}" type="presOf" srcId="{61E6E13D-E7C7-4122-B758-8C5B39BE5620}" destId="{60916762-5B31-468F-A47E-E1433E836D55}" srcOrd="0" destOrd="0" presId="urn:microsoft.com/office/officeart/2005/8/layout/hProcess9"/>
    <dgm:cxn modelId="{D236C0AE-0B0C-4A31-80D1-810C122CCD81}" srcId="{21518872-08FC-4927-AC84-4555B0B450E1}" destId="{705B65BB-CEDC-484B-B0EB-FC2FA90B39C5}" srcOrd="4" destOrd="0" parTransId="{29677493-D13D-49B1-8920-77104BE57CE3}" sibTransId="{BE147A90-8B97-48A8-9A98-9E4F39E30900}"/>
    <dgm:cxn modelId="{991B5DD9-0E28-4FF6-AC33-6370C9DA1790}" srcId="{21518872-08FC-4927-AC84-4555B0B450E1}" destId="{288BEBE0-B7CC-4C23-944B-9D75A93DD635}" srcOrd="0" destOrd="0" parTransId="{36083060-824A-4A84-AB18-468F22188F6B}" sibTransId="{B1A8CF99-89A1-493D-A3C9-C8D74B2C84F6}"/>
    <dgm:cxn modelId="{2B8B52DC-652C-4051-AC48-BACCC3929684}" srcId="{21518872-08FC-4927-AC84-4555B0B450E1}" destId="{61E6E13D-E7C7-4122-B758-8C5B39BE5620}" srcOrd="5" destOrd="0" parTransId="{96AA0024-D21B-4C69-8006-35126D6A9EE9}" sibTransId="{756D8A4A-4289-4E64-B30A-994C69093FB9}"/>
    <dgm:cxn modelId="{70A857F3-814D-421C-9BE9-4CBFAB02F4CC}" type="presOf" srcId="{288BEBE0-B7CC-4C23-944B-9D75A93DD635}" destId="{086DABE0-5A4F-4FC7-93D0-C48EFCC1CBD3}" srcOrd="0" destOrd="0" presId="urn:microsoft.com/office/officeart/2005/8/layout/hProcess9"/>
    <dgm:cxn modelId="{945BD732-E3AC-47D4-81EB-22474A86ED37}" type="presParOf" srcId="{492D4CD6-B784-47DC-8ECC-3F06963C37DC}" destId="{3278979F-B342-4F6B-919A-56F502D085C5}" srcOrd="0" destOrd="0" presId="urn:microsoft.com/office/officeart/2005/8/layout/hProcess9"/>
    <dgm:cxn modelId="{CAB659D3-4981-41FD-951A-335F81400405}" type="presParOf" srcId="{492D4CD6-B784-47DC-8ECC-3F06963C37DC}" destId="{961B9636-2803-4E22-9EA4-43ABAA07EDA1}" srcOrd="1" destOrd="0" presId="urn:microsoft.com/office/officeart/2005/8/layout/hProcess9"/>
    <dgm:cxn modelId="{C12E4584-9F41-42ED-99FF-94A293AA9EA6}" type="presParOf" srcId="{961B9636-2803-4E22-9EA4-43ABAA07EDA1}" destId="{086DABE0-5A4F-4FC7-93D0-C48EFCC1CBD3}" srcOrd="0" destOrd="0" presId="urn:microsoft.com/office/officeart/2005/8/layout/hProcess9"/>
    <dgm:cxn modelId="{20005DC2-8CE5-4E93-8C9D-77751E95ABD9}" type="presParOf" srcId="{961B9636-2803-4E22-9EA4-43ABAA07EDA1}" destId="{5E1FA133-F467-484D-BBE0-50177085E332}" srcOrd="1" destOrd="0" presId="urn:microsoft.com/office/officeart/2005/8/layout/hProcess9"/>
    <dgm:cxn modelId="{9CB3A2DA-4BBE-4752-A211-A35AFD3CA0CF}" type="presParOf" srcId="{961B9636-2803-4E22-9EA4-43ABAA07EDA1}" destId="{6C754DB1-1F17-4462-A460-CDA3F97A32B0}" srcOrd="2" destOrd="0" presId="urn:microsoft.com/office/officeart/2005/8/layout/hProcess9"/>
    <dgm:cxn modelId="{79E04946-001A-4B0B-A149-DB63FF04E9D5}" type="presParOf" srcId="{961B9636-2803-4E22-9EA4-43ABAA07EDA1}" destId="{7C12D5C9-C582-4826-9F02-45AA53768BEF}" srcOrd="3" destOrd="0" presId="urn:microsoft.com/office/officeart/2005/8/layout/hProcess9"/>
    <dgm:cxn modelId="{88A6A2BA-B438-4544-B7C9-39D7349F6E23}" type="presParOf" srcId="{961B9636-2803-4E22-9EA4-43ABAA07EDA1}" destId="{D09B0E17-3953-420E-BC5D-EF10C8D02C9D}" srcOrd="4" destOrd="0" presId="urn:microsoft.com/office/officeart/2005/8/layout/hProcess9"/>
    <dgm:cxn modelId="{CF943222-E129-40FF-9777-4D739BB7F63C}" type="presParOf" srcId="{961B9636-2803-4E22-9EA4-43ABAA07EDA1}" destId="{2CAEEE9E-04BF-4EB1-AAD2-0E3EFBFC194D}" srcOrd="5" destOrd="0" presId="urn:microsoft.com/office/officeart/2005/8/layout/hProcess9"/>
    <dgm:cxn modelId="{9E9B2076-AD9B-454A-94A6-4565D05CED4A}" type="presParOf" srcId="{961B9636-2803-4E22-9EA4-43ABAA07EDA1}" destId="{81638BA7-3DD6-4BEC-AF03-421C41812295}" srcOrd="6" destOrd="0" presId="urn:microsoft.com/office/officeart/2005/8/layout/hProcess9"/>
    <dgm:cxn modelId="{F3AFA8F0-1C4D-410D-A1F9-B085BB77D388}" type="presParOf" srcId="{961B9636-2803-4E22-9EA4-43ABAA07EDA1}" destId="{865BDB71-3E8D-48AA-9D47-386C2D45922F}" srcOrd="7" destOrd="0" presId="urn:microsoft.com/office/officeart/2005/8/layout/hProcess9"/>
    <dgm:cxn modelId="{5BC78710-0409-43A5-A28E-49CE43F92879}" type="presParOf" srcId="{961B9636-2803-4E22-9EA4-43ABAA07EDA1}" destId="{A2A9979B-E244-4F0C-83C0-1DEA01EF805C}" srcOrd="8" destOrd="0" presId="urn:microsoft.com/office/officeart/2005/8/layout/hProcess9"/>
    <dgm:cxn modelId="{10789146-92BC-4335-AA60-772A8422F049}" type="presParOf" srcId="{961B9636-2803-4E22-9EA4-43ABAA07EDA1}" destId="{B29623BD-4271-4D18-94C5-5C4EE6A741CA}" srcOrd="9" destOrd="0" presId="urn:microsoft.com/office/officeart/2005/8/layout/hProcess9"/>
    <dgm:cxn modelId="{FB498F38-CEFE-481E-9CC5-F40D9A977B25}" type="presParOf" srcId="{961B9636-2803-4E22-9EA4-43ABAA07EDA1}" destId="{60916762-5B31-468F-A47E-E1433E836D55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F3683-A990-4BF1-8CBB-4151707EC49C}">
      <dsp:nvSpPr>
        <dsp:cNvPr id="0" name=""/>
        <dsp:cNvSpPr/>
      </dsp:nvSpPr>
      <dsp:spPr>
        <a:xfrm>
          <a:off x="2763082" y="457181"/>
          <a:ext cx="3472978" cy="3472978"/>
        </a:xfrm>
        <a:prstGeom prst="pieWedge">
          <a:avLst/>
        </a:prstGeom>
        <a:solidFill>
          <a:srgbClr val="CF1052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0000" tIns="284480" rIns="18000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0" kern="1200" dirty="0" err="1">
              <a:latin typeface="Alternate Gothic No.2" pitchFamily="50" charset="0"/>
            </a:rPr>
            <a:t>Learn</a:t>
          </a:r>
          <a:r>
            <a:rPr lang="fr-FR" sz="4000" b="0" kern="1200" dirty="0">
              <a:latin typeface="Alternate Gothic No.2" pitchFamily="50" charset="0"/>
            </a:rPr>
            <a:t> </a:t>
          </a:r>
          <a:endParaRPr lang="en-US" sz="4000" b="0" kern="1200" dirty="0">
            <a:latin typeface="Alternate Gothic No.2" pitchFamily="50" charset="0"/>
          </a:endParaRPr>
        </a:p>
      </dsp:txBody>
      <dsp:txXfrm>
        <a:off x="3780294" y="1474393"/>
        <a:ext cx="2455766" cy="2455766"/>
      </dsp:txXfrm>
    </dsp:sp>
    <dsp:sp modelId="{DB5584B4-A0A0-4E04-9004-F2DCD8CB1EA9}">
      <dsp:nvSpPr>
        <dsp:cNvPr id="0" name=""/>
        <dsp:cNvSpPr/>
      </dsp:nvSpPr>
      <dsp:spPr>
        <a:xfrm rot="5400000">
          <a:off x="6396475" y="457181"/>
          <a:ext cx="3472978" cy="3472978"/>
        </a:xfrm>
        <a:prstGeom prst="pieWedge">
          <a:avLst/>
        </a:prstGeom>
        <a:solidFill>
          <a:srgbClr val="F57F00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0000" tIns="284480" rIns="18000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0" kern="1200" dirty="0" err="1">
              <a:latin typeface="Alternate Gothic No.2" pitchFamily="50" charset="0"/>
            </a:rPr>
            <a:t>Develop</a:t>
          </a:r>
          <a:endParaRPr lang="fr-FR" sz="4000" b="0" kern="1200" dirty="0">
            <a:latin typeface="Alternate Gothic No.2" pitchFamily="50" charset="0"/>
          </a:endParaRPr>
        </a:p>
      </dsp:txBody>
      <dsp:txXfrm rot="-5400000">
        <a:off x="6396475" y="1474393"/>
        <a:ext cx="2455766" cy="2455766"/>
      </dsp:txXfrm>
    </dsp:sp>
    <dsp:sp modelId="{CDEA4E83-456B-48AF-A107-B593A08DDDB1}">
      <dsp:nvSpPr>
        <dsp:cNvPr id="0" name=""/>
        <dsp:cNvSpPr/>
      </dsp:nvSpPr>
      <dsp:spPr>
        <a:xfrm rot="10800000">
          <a:off x="6396475" y="4090575"/>
          <a:ext cx="3472978" cy="3472978"/>
        </a:xfrm>
        <a:prstGeom prst="pieWedge">
          <a:avLst/>
        </a:prstGeom>
        <a:solidFill>
          <a:srgbClr val="0095BB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0000" tIns="284480" rIns="0" bIns="28448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0" kern="1200" dirty="0" err="1">
              <a:latin typeface="Alternate Gothic No.2" pitchFamily="50" charset="0"/>
            </a:rPr>
            <a:t>Research</a:t>
          </a:r>
          <a:endParaRPr lang="fr-FR" sz="4000" b="0" kern="1200" dirty="0">
            <a:latin typeface="Alternate Gothic No.2" pitchFamily="50" charset="0"/>
          </a:endParaRPr>
        </a:p>
      </dsp:txBody>
      <dsp:txXfrm rot="10800000">
        <a:off x="6396475" y="4090575"/>
        <a:ext cx="2455766" cy="2455766"/>
      </dsp:txXfrm>
    </dsp:sp>
    <dsp:sp modelId="{7648CCE9-66B1-4A6A-A176-09657B641D5D}">
      <dsp:nvSpPr>
        <dsp:cNvPr id="0" name=""/>
        <dsp:cNvSpPr/>
      </dsp:nvSpPr>
      <dsp:spPr>
        <a:xfrm rot="16200000">
          <a:off x="2763082" y="4090575"/>
          <a:ext cx="3472978" cy="3472978"/>
        </a:xfrm>
        <a:prstGeom prst="pieWedge">
          <a:avLst/>
        </a:prstGeom>
        <a:solidFill>
          <a:srgbClr val="008383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marL="0" lvl="0" indent="0" algn="ctr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000" b="0" kern="1200" dirty="0">
              <a:latin typeface="Alternate Gothic No.2"/>
            </a:rPr>
            <a:t>Promote</a:t>
          </a:r>
          <a:endParaRPr lang="fr-FR" sz="3200" b="0" kern="1200" dirty="0">
            <a:latin typeface="Alternate Gothic No.2"/>
          </a:endParaRPr>
        </a:p>
      </dsp:txBody>
      <dsp:txXfrm rot="5400000">
        <a:off x="3780294" y="4090575"/>
        <a:ext cx="2455766" cy="2455766"/>
      </dsp:txXfrm>
    </dsp:sp>
    <dsp:sp modelId="{18EF0F3B-8010-40A3-A3F6-C2618B8B95CE}">
      <dsp:nvSpPr>
        <dsp:cNvPr id="0" name=""/>
        <dsp:cNvSpPr/>
      </dsp:nvSpPr>
      <dsp:spPr>
        <a:xfrm>
          <a:off x="5749693" y="3287719"/>
          <a:ext cx="1199100" cy="1042695"/>
        </a:xfrm>
        <a:prstGeom prst="circular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380F84D7-6F14-4252-9E01-6E98B60AE5F4}">
      <dsp:nvSpPr>
        <dsp:cNvPr id="0" name=""/>
        <dsp:cNvSpPr/>
      </dsp:nvSpPr>
      <dsp:spPr>
        <a:xfrm rot="10800000">
          <a:off x="5797357" y="3687275"/>
          <a:ext cx="1199100" cy="1042695"/>
        </a:xfrm>
        <a:prstGeom prst="circular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78979F-B342-4F6B-919A-56F502D085C5}">
      <dsp:nvSpPr>
        <dsp:cNvPr id="0" name=""/>
        <dsp:cNvSpPr/>
      </dsp:nvSpPr>
      <dsp:spPr>
        <a:xfrm>
          <a:off x="0" y="0"/>
          <a:ext cx="10794030" cy="503565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6DABE0-5A4F-4FC7-93D0-C48EFCC1CBD3}">
      <dsp:nvSpPr>
        <dsp:cNvPr id="0" name=""/>
        <dsp:cNvSpPr/>
      </dsp:nvSpPr>
      <dsp:spPr>
        <a:xfrm>
          <a:off x="0" y="1508761"/>
          <a:ext cx="1579576" cy="2014260"/>
        </a:xfrm>
        <a:prstGeom prst="roundRect">
          <a:avLst/>
        </a:prstGeom>
        <a:solidFill>
          <a:srgbClr val="F57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>
              <a:cs typeface="Calibri"/>
            </a:rPr>
            <a:t>Acculturer et former</a:t>
          </a:r>
          <a:endParaRPr lang="en-US" sz="1600" kern="1200" dirty="0"/>
        </a:p>
      </dsp:txBody>
      <dsp:txXfrm>
        <a:off x="77109" y="1585870"/>
        <a:ext cx="1425358" cy="1860042"/>
      </dsp:txXfrm>
    </dsp:sp>
    <dsp:sp modelId="{6C754DB1-1F17-4462-A460-CDA3F97A32B0}">
      <dsp:nvSpPr>
        <dsp:cNvPr id="0" name=""/>
        <dsp:cNvSpPr/>
      </dsp:nvSpPr>
      <dsp:spPr>
        <a:xfrm>
          <a:off x="1842970" y="1510695"/>
          <a:ext cx="1579576" cy="2014260"/>
        </a:xfrm>
        <a:prstGeom prst="roundRect">
          <a:avLst/>
        </a:prstGeom>
        <a:solidFill>
          <a:srgbClr val="00838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cs typeface="Calibri"/>
            </a:rPr>
            <a:t>Développer une expertise</a:t>
          </a:r>
          <a:endParaRPr lang="fr-FR" sz="1600" kern="1200" dirty="0">
            <a:cs typeface="Calibri"/>
          </a:endParaRPr>
        </a:p>
      </dsp:txBody>
      <dsp:txXfrm>
        <a:off x="1920079" y="1587804"/>
        <a:ext cx="1425358" cy="1860042"/>
      </dsp:txXfrm>
    </dsp:sp>
    <dsp:sp modelId="{D09B0E17-3953-420E-BC5D-EF10C8D02C9D}">
      <dsp:nvSpPr>
        <dsp:cNvPr id="0" name=""/>
        <dsp:cNvSpPr/>
      </dsp:nvSpPr>
      <dsp:spPr>
        <a:xfrm>
          <a:off x="3685810" y="1510695"/>
          <a:ext cx="1579576" cy="2014260"/>
        </a:xfrm>
        <a:prstGeom prst="roundRect">
          <a:avLst/>
        </a:prstGeom>
        <a:solidFill>
          <a:srgbClr val="0095BB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cs typeface="Calibri"/>
            </a:rPr>
            <a:t>Créer son propre contenu </a:t>
          </a:r>
          <a:r>
            <a:rPr lang="fr-FR" sz="1600" kern="1200" dirty="0">
              <a:cs typeface="Calibri"/>
            </a:rPr>
            <a:t>pédagogique</a:t>
          </a:r>
        </a:p>
      </dsp:txBody>
      <dsp:txXfrm>
        <a:off x="3762919" y="1587804"/>
        <a:ext cx="1425358" cy="1860042"/>
      </dsp:txXfrm>
    </dsp:sp>
    <dsp:sp modelId="{81638BA7-3DD6-4BEC-AF03-421C41812295}">
      <dsp:nvSpPr>
        <dsp:cNvPr id="0" name=""/>
        <dsp:cNvSpPr/>
      </dsp:nvSpPr>
      <dsp:spPr>
        <a:xfrm>
          <a:off x="5528649" y="1510695"/>
          <a:ext cx="1579576" cy="2014260"/>
        </a:xfrm>
        <a:prstGeom prst="roundRect">
          <a:avLst/>
        </a:prstGeom>
        <a:solidFill>
          <a:srgbClr val="CF105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>
              <a:cs typeface="Calibri"/>
            </a:rPr>
            <a:t>Fournir une expertise </a:t>
          </a:r>
          <a:r>
            <a:rPr lang="fr-FR" sz="1600" kern="1200">
              <a:cs typeface="Calibri"/>
            </a:rPr>
            <a:t>aux partenaires</a:t>
          </a:r>
          <a:endParaRPr lang="fr-FR" sz="1600" kern="1200" dirty="0">
            <a:cs typeface="Calibri"/>
          </a:endParaRPr>
        </a:p>
      </dsp:txBody>
      <dsp:txXfrm>
        <a:off x="5605758" y="1587804"/>
        <a:ext cx="1425358" cy="1860042"/>
      </dsp:txXfrm>
    </dsp:sp>
    <dsp:sp modelId="{A2A9979B-E244-4F0C-83C0-1DEA01EF805C}">
      <dsp:nvSpPr>
        <dsp:cNvPr id="0" name=""/>
        <dsp:cNvSpPr/>
      </dsp:nvSpPr>
      <dsp:spPr>
        <a:xfrm>
          <a:off x="7371488" y="1510695"/>
          <a:ext cx="1579576" cy="2014260"/>
        </a:xfrm>
        <a:prstGeom prst="roundRect">
          <a:avLst/>
        </a:prstGeom>
        <a:solidFill>
          <a:srgbClr val="00838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cs typeface="Calibri"/>
            </a:rPr>
            <a:t>Participer au rayonnement </a:t>
          </a:r>
          <a:r>
            <a:rPr lang="fr-FR" sz="1600" kern="1200" dirty="0">
              <a:cs typeface="Calibri"/>
            </a:rPr>
            <a:t>du Pôle</a:t>
          </a:r>
        </a:p>
      </dsp:txBody>
      <dsp:txXfrm>
        <a:off x="7448597" y="1587804"/>
        <a:ext cx="1425358" cy="1860042"/>
      </dsp:txXfrm>
    </dsp:sp>
    <dsp:sp modelId="{60916762-5B31-468F-A47E-E1433E836D55}">
      <dsp:nvSpPr>
        <dsp:cNvPr id="0" name=""/>
        <dsp:cNvSpPr/>
      </dsp:nvSpPr>
      <dsp:spPr>
        <a:xfrm>
          <a:off x="9214327" y="1510695"/>
          <a:ext cx="1579576" cy="2014260"/>
        </a:xfrm>
        <a:prstGeom prst="roundRect">
          <a:avLst/>
        </a:prstGeom>
        <a:solidFill>
          <a:srgbClr val="F57F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cs typeface="Calibri"/>
            </a:rPr>
            <a:t>Développer une recherche </a:t>
          </a:r>
          <a:r>
            <a:rPr lang="fr-FR" sz="1600" kern="1200" dirty="0">
              <a:cs typeface="Calibri"/>
            </a:rPr>
            <a:t>transversale</a:t>
          </a:r>
          <a:endParaRPr lang="en-US" sz="1600" kern="1200" dirty="0"/>
        </a:p>
      </dsp:txBody>
      <dsp:txXfrm>
        <a:off x="9291436" y="1587804"/>
        <a:ext cx="1425358" cy="18600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4369B2-73BE-F946-A64C-B88DF59D6385}" type="datetimeFigureOut">
              <a:rPr lang="fr-FR" smtClean="0"/>
              <a:t>02/04/2025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07198-7F28-E446-B5BD-F1EC8FDB6A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653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07198-7F28-E446-B5BD-F1EC8FDB6AE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107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2A4E01-5CB8-E846-40B4-B9B1729FE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3E911D-00D0-37F1-1E82-8532EE47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z="3200">
                <a:solidFill>
                  <a:srgbClr val="202124"/>
                </a:solidFill>
                <a:latin typeface="ATF Alternate Gothic Book" panose="020B0503040502040204" pitchFamily="34" charset="77"/>
                <a:ea typeface="ＭＳ Ｐゴシック" panose="020B0600070205080204" pitchFamily="34" charset="-128"/>
                <a:cs typeface="Calibri" panose="020F0502020204030204" pitchFamily="34" charset="0"/>
              </a:rPr>
              <a:t>Auteurs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668D88-F89E-4AB4-F4FA-7FD7CC05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19770F6-3F2B-B06A-6B90-469300D38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94150" y="2759075"/>
            <a:ext cx="12633325" cy="14271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/>
            </a:lvl1pPr>
          </a:lstStyle>
          <a:p>
            <a:pPr lvl="0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667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cadre rou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C1EB16-A5CB-3706-D40B-89F76337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015" y="1283138"/>
            <a:ext cx="17284641" cy="100584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AAD1A9D-0C06-37A3-69B2-5DEC4DEBAF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Nom de la conférence</a:t>
            </a:r>
          </a:p>
        </p:txBody>
      </p:sp>
      <p:sp>
        <p:nvSpPr>
          <p:cNvPr id="25" name="Espace réservé du texte 30">
            <a:extLst>
              <a:ext uri="{FF2B5EF4-FFF2-40B4-BE49-F238E27FC236}">
                <a16:creationId xmlns:a16="http://schemas.microsoft.com/office/drawing/2014/main" id="{F7F30499-A509-635B-1434-59DBA714BEE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634014" y="2447916"/>
            <a:ext cx="17284613" cy="109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/>
            </a:lvl1pPr>
          </a:lstStyle>
          <a:p>
            <a:pPr lvl="0"/>
            <a:r>
              <a:rPr lang="fr-FR"/>
              <a:t>Auteurs</a:t>
            </a:r>
          </a:p>
        </p:txBody>
      </p:sp>
    </p:spTree>
    <p:extLst>
      <p:ext uri="{BB962C8B-B14F-4D97-AF65-F5344CB8AC3E}">
        <p14:creationId xmlns:p14="http://schemas.microsoft.com/office/powerpoint/2010/main" val="228291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 cadre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C1EB16-A5CB-3706-D40B-89F763379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015" y="1283138"/>
            <a:ext cx="17284641" cy="1005848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AAD1A9D-0C06-37A3-69B2-5DEC4DEBAF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Nom de la conférence</a:t>
            </a:r>
          </a:p>
        </p:txBody>
      </p:sp>
      <p:sp>
        <p:nvSpPr>
          <p:cNvPr id="25" name="Espace réservé du texte 30">
            <a:extLst>
              <a:ext uri="{FF2B5EF4-FFF2-40B4-BE49-F238E27FC236}">
                <a16:creationId xmlns:a16="http://schemas.microsoft.com/office/drawing/2014/main" id="{F7F30499-A509-635B-1434-59DBA714BEE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634014" y="2447916"/>
            <a:ext cx="17284613" cy="109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/>
            </a:lvl1pPr>
          </a:lstStyle>
          <a:p>
            <a:pPr lvl="0"/>
            <a:r>
              <a:rPr lang="fr-FR"/>
              <a:t>Auteurs</a:t>
            </a:r>
          </a:p>
        </p:txBody>
      </p:sp>
    </p:spTree>
    <p:extLst>
      <p:ext uri="{BB962C8B-B14F-4D97-AF65-F5344CB8AC3E}">
        <p14:creationId xmlns:p14="http://schemas.microsoft.com/office/powerpoint/2010/main" val="157158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18284" y="550931"/>
            <a:ext cx="12632537" cy="19794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452" y="28993573"/>
            <a:ext cx="8941239" cy="1281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 sz="3200">
                <a:solidFill>
                  <a:srgbClr val="202124"/>
                </a:solidFill>
                <a:latin typeface="ATF Alternate Gothic Book" panose="020B0503040502040204" pitchFamily="34" charset="77"/>
                <a:ea typeface="ＭＳ Ｐゴシック" panose="020B0600070205080204" pitchFamily="34" charset="-128"/>
                <a:cs typeface="Calibri" panose="020F0502020204030204" pitchFamily="34" charset="0"/>
              </a:rPr>
              <a:t>Work </a:t>
            </a:r>
            <a:r>
              <a:rPr lang="fr-FR" sz="3200" err="1">
                <a:solidFill>
                  <a:srgbClr val="202124"/>
                </a:solidFill>
                <a:latin typeface="ATF Alternate Gothic Book" panose="020B0503040502040204" pitchFamily="34" charset="77"/>
                <a:ea typeface="ＭＳ Ｐゴシック" panose="020B0600070205080204" pitchFamily="34" charset="-128"/>
                <a:cs typeface="Calibri" panose="020F0502020204030204" pitchFamily="34" charset="0"/>
              </a:rPr>
              <a:t>supervised</a:t>
            </a:r>
            <a:r>
              <a:rPr lang="fr-FR" sz="3200">
                <a:solidFill>
                  <a:srgbClr val="202124"/>
                </a:solidFill>
                <a:latin typeface="ATF Alternate Gothic Book" panose="020B0503040502040204" pitchFamily="34" charset="77"/>
                <a:ea typeface="ＭＳ Ｐゴシック" panose="020B0600070205080204" pitchFamily="34" charset="-128"/>
                <a:cs typeface="Calibri" panose="020F0502020204030204" pitchFamily="34" charset="0"/>
              </a:rPr>
              <a:t> by : …………………………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1243" y="28985822"/>
            <a:ext cx="10793630" cy="1311692"/>
          </a:xfrm>
          <a:prstGeom prst="rect">
            <a:avLst/>
          </a:prstGeom>
          <a:solidFill>
            <a:srgbClr val="CF1152"/>
          </a:solidFill>
        </p:spPr>
        <p:txBody>
          <a:bodyPr vert="horz" lIns="91440" tIns="45720" rIns="91440" bIns="45720" rtlCol="0" anchor="ctr"/>
          <a:lstStyle>
            <a:lvl1pPr algn="ctr">
              <a:defRPr lang="fr-FR" sz="3200" b="1" kern="1200" dirty="0">
                <a:solidFill>
                  <a:schemeClr val="bg1"/>
                </a:solidFill>
                <a:latin typeface="ATF Alternate Gothic Book" panose="020B0503040502040204" pitchFamily="34" charset="77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Industrial Innovation Project A4</a:t>
            </a:r>
          </a:p>
          <a:p>
            <a:r>
              <a:rPr lang="en-US"/>
              <a:t>2024/2025</a:t>
            </a:r>
            <a:endParaRPr lang="fr-FR"/>
          </a:p>
        </p:txBody>
      </p:sp>
    </p:spTree>
    <p:custDataLst>
      <p:tags r:id="rId3"/>
    </p:custDataLst>
    <p:extLst>
      <p:ext uri="{BB962C8B-B14F-4D97-AF65-F5344CB8AC3E}">
        <p14:creationId xmlns:p14="http://schemas.microsoft.com/office/powerpoint/2010/main" val="2940871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ctr" defTabSz="2138873" rtl="0" eaLnBrk="1" latinLnBrk="0" hangingPunct="1">
        <a:lnSpc>
          <a:spcPct val="90000"/>
        </a:lnSpc>
        <a:spcBef>
          <a:spcPct val="0"/>
        </a:spcBef>
        <a:buNone/>
        <a:defRPr lang="en-US" sz="6000" b="1" kern="1200" dirty="0">
          <a:solidFill>
            <a:srgbClr val="CF1152"/>
          </a:solidFill>
          <a:latin typeface="Alternate Gothic ATF" panose="020B0503040502040204" pitchFamily="34" charset="77"/>
          <a:ea typeface="+mn-ea"/>
          <a:cs typeface="Calibri" panose="020F0502020204030204" pitchFamily="34" charset="0"/>
        </a:defRPr>
      </a:lvl1pPr>
    </p:titleStyle>
    <p:bodyStyle>
      <a:lvl1pPr marL="534718" indent="-534718" algn="l" defTabSz="2138873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9" kern="1200">
          <a:solidFill>
            <a:schemeClr val="tx1"/>
          </a:solidFill>
          <a:latin typeface="+mn-lt"/>
          <a:ea typeface="+mn-ea"/>
          <a:cs typeface="+mn-cs"/>
        </a:defRPr>
      </a:lvl1pPr>
      <a:lvl2pPr marL="1604155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5614" kern="1200">
          <a:solidFill>
            <a:schemeClr val="tx1"/>
          </a:solidFill>
          <a:latin typeface="+mn-lt"/>
          <a:ea typeface="+mn-ea"/>
          <a:cs typeface="+mn-cs"/>
        </a:defRPr>
      </a:lvl2pPr>
      <a:lvl3pPr marL="2673591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678" kern="1200">
          <a:solidFill>
            <a:schemeClr val="tx1"/>
          </a:solidFill>
          <a:latin typeface="+mn-lt"/>
          <a:ea typeface="+mn-ea"/>
          <a:cs typeface="+mn-cs"/>
        </a:defRPr>
      </a:lvl3pPr>
      <a:lvl4pPr marL="3743028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812464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881901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951337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8020774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9090210" indent="-534718" algn="l" defTabSz="2138873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1pPr>
      <a:lvl2pPr marL="1069437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2pPr>
      <a:lvl3pPr marL="2138873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3pPr>
      <a:lvl4pPr marL="3208310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4pPr>
      <a:lvl5pPr marL="4277746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5pPr>
      <a:lvl6pPr marL="5347183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6pPr>
      <a:lvl7pPr marL="6416619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7pPr>
      <a:lvl8pPr marL="7486056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8pPr>
      <a:lvl9pPr marL="8555492" algn="l" defTabSz="2138873" rtl="0" eaLnBrk="1" latinLnBrk="0" hangingPunct="1">
        <a:defRPr sz="4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8C8709-2878-1B4D-E153-B7D0EBC843D7}"/>
              </a:ext>
            </a:extLst>
          </p:cNvPr>
          <p:cNvSpPr/>
          <p:nvPr userDrawn="1"/>
        </p:nvSpPr>
        <p:spPr>
          <a:xfrm>
            <a:off x="1" y="1801367"/>
            <a:ext cx="680130" cy="28362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4849"/>
          </a:p>
        </p:txBody>
      </p:sp>
      <p:sp>
        <p:nvSpPr>
          <p:cNvPr id="4" name="Forme libre : forme 8">
            <a:extLst>
              <a:ext uri="{FF2B5EF4-FFF2-40B4-BE49-F238E27FC236}">
                <a16:creationId xmlns:a16="http://schemas.microsoft.com/office/drawing/2014/main" id="{73B5BCF0-B8C1-4AAB-BAE0-CD092D1DDFC9}"/>
              </a:ext>
            </a:extLst>
          </p:cNvPr>
          <p:cNvSpPr/>
          <p:nvPr userDrawn="1"/>
        </p:nvSpPr>
        <p:spPr>
          <a:xfrm>
            <a:off x="2107760" y="1473685"/>
            <a:ext cx="336546" cy="605688"/>
          </a:xfrm>
          <a:custGeom>
            <a:avLst/>
            <a:gdLst>
              <a:gd name="connsiteX0" fmla="*/ 726255 w 833892"/>
              <a:gd name="connsiteY0" fmla="*/ 1412255 h 1417344"/>
              <a:gd name="connsiteX1" fmla="*/ -2313 w 833892"/>
              <a:gd name="connsiteY1" fmla="*/ 1889 h 1417344"/>
              <a:gd name="connsiteX2" fmla="*/ 23786 w 833892"/>
              <a:gd name="connsiteY2" fmla="*/ -207 h 1417344"/>
              <a:gd name="connsiteX3" fmla="*/ 282961 w 833892"/>
              <a:gd name="connsiteY3" fmla="*/ 650 h 1417344"/>
              <a:gd name="connsiteX4" fmla="*/ 317252 w 833892"/>
              <a:gd name="connsiteY4" fmla="*/ 21129 h 1417344"/>
              <a:gd name="connsiteX5" fmla="*/ 777405 w 833892"/>
              <a:gd name="connsiteY5" fmla="*/ 912003 h 1417344"/>
              <a:gd name="connsiteX6" fmla="*/ 799692 w 833892"/>
              <a:gd name="connsiteY6" fmla="*/ 1311291 h 1417344"/>
              <a:gd name="connsiteX7" fmla="*/ 740542 w 833892"/>
              <a:gd name="connsiteY7" fmla="*/ 1416923 h 141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3892" h="1417344">
                <a:moveTo>
                  <a:pt x="726255" y="1412255"/>
                </a:moveTo>
                <a:cubicBezTo>
                  <a:pt x="484130" y="943435"/>
                  <a:pt x="241907" y="474710"/>
                  <a:pt x="-2313" y="1889"/>
                </a:cubicBezTo>
                <a:cubicBezTo>
                  <a:pt x="8831" y="936"/>
                  <a:pt x="16737" y="-207"/>
                  <a:pt x="23786" y="-207"/>
                </a:cubicBezTo>
                <a:cubicBezTo>
                  <a:pt x="110178" y="-207"/>
                  <a:pt x="196568" y="-1064"/>
                  <a:pt x="282961" y="650"/>
                </a:cubicBezTo>
                <a:cubicBezTo>
                  <a:pt x="296867" y="1984"/>
                  <a:pt x="309441" y="9499"/>
                  <a:pt x="317252" y="21129"/>
                </a:cubicBezTo>
                <a:cubicBezTo>
                  <a:pt x="471652" y="317547"/>
                  <a:pt x="626623" y="613680"/>
                  <a:pt x="777405" y="912003"/>
                </a:cubicBezTo>
                <a:cubicBezTo>
                  <a:pt x="841982" y="1039923"/>
                  <a:pt x="848080" y="1175845"/>
                  <a:pt x="799692" y="1311291"/>
                </a:cubicBezTo>
                <a:cubicBezTo>
                  <a:pt x="786263" y="1348724"/>
                  <a:pt x="760641" y="1381871"/>
                  <a:pt x="740542" y="1416923"/>
                </a:cubicBezTo>
                <a:close/>
              </a:path>
            </a:pathLst>
          </a:custGeom>
          <a:solidFill>
            <a:srgbClr val="CF1052"/>
          </a:solidFill>
          <a:ln w="9525" cap="flat">
            <a:noFill/>
            <a:prstDash val="solid"/>
            <a:miter/>
          </a:ln>
        </p:spPr>
        <p:txBody>
          <a:bodyPr wrap="none" rtlCol="0" anchor="ctr"/>
          <a:lstStyle/>
          <a:p>
            <a:endParaRPr lang="fr-FR" sz="4849">
              <a:solidFill>
                <a:schemeClr val="bg1"/>
              </a:solidFill>
            </a:endParaRPr>
          </a:p>
        </p:txBody>
      </p:sp>
      <p:sp>
        <p:nvSpPr>
          <p:cNvPr id="7" name="Cadre 6">
            <a:extLst>
              <a:ext uri="{FF2B5EF4-FFF2-40B4-BE49-F238E27FC236}">
                <a16:creationId xmlns:a16="http://schemas.microsoft.com/office/drawing/2014/main" id="{FE8DBAFE-3F50-F7E9-A7C6-0A1BD185A859}"/>
              </a:ext>
            </a:extLst>
          </p:cNvPr>
          <p:cNvSpPr/>
          <p:nvPr userDrawn="1"/>
        </p:nvSpPr>
        <p:spPr>
          <a:xfrm>
            <a:off x="526256" y="0"/>
            <a:ext cx="20862131" cy="30279975"/>
          </a:xfrm>
          <a:prstGeom prst="frame">
            <a:avLst>
              <a:gd name="adj1" fmla="val 2505"/>
            </a:avLst>
          </a:prstGeom>
          <a:solidFill>
            <a:srgbClr val="CF10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4849">
              <a:solidFill>
                <a:schemeClr val="tx1"/>
              </a:solidFill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1B61D9B-A6B2-D7F5-D309-67EDE2480184}"/>
              </a:ext>
            </a:extLst>
          </p:cNvPr>
          <p:cNvGrpSpPr/>
          <p:nvPr userDrawn="1"/>
        </p:nvGrpSpPr>
        <p:grpSpPr>
          <a:xfrm>
            <a:off x="16395406" y="29835782"/>
            <a:ext cx="4425812" cy="307777"/>
            <a:chOff x="1916303" y="5942832"/>
            <a:chExt cx="3797572" cy="307777"/>
          </a:xfrm>
        </p:grpSpPr>
        <p:sp>
          <p:nvSpPr>
            <p:cNvPr id="11" name="ZoneTexte 78">
              <a:extLst>
                <a:ext uri="{FF2B5EF4-FFF2-40B4-BE49-F238E27FC236}">
                  <a16:creationId xmlns:a16="http://schemas.microsoft.com/office/drawing/2014/main" id="{DEDA8D0A-AE7A-CEF7-7733-2D3A14515C98}"/>
                </a:ext>
              </a:extLst>
            </p:cNvPr>
            <p:cNvSpPr txBox="1"/>
            <p:nvPr userDrawn="1"/>
          </p:nvSpPr>
          <p:spPr>
            <a:xfrm>
              <a:off x="1916303" y="5942832"/>
              <a:ext cx="315535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08320">
                <a:defRPr/>
              </a:pPr>
              <a:r>
                <a:rPr lang="en-US" sz="1987">
                  <a:solidFill>
                    <a:schemeClr val="bg1"/>
                  </a:solidFill>
                  <a:latin typeface="AlternateGothicEF-NoTwo" pitchFamily="2" charset="0"/>
                </a:rPr>
                <a:t>LIKE,SHARE, FOLLOW ! </a:t>
              </a:r>
              <a:r>
                <a:rPr lang="en-US" sz="1987">
                  <a:solidFill>
                    <a:schemeClr val="bg1"/>
                  </a:solidFill>
                  <a:latin typeface="Calibri Light" panose="02000503040000020004" pitchFamily="50" charset="0"/>
                </a:rPr>
                <a:t>@esilv_paris</a:t>
              </a:r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42E4EFF5-D755-CD3E-15B3-814D55D375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104550" y="6036645"/>
              <a:ext cx="0" cy="16220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ZoneTexte 78">
              <a:extLst>
                <a:ext uri="{FF2B5EF4-FFF2-40B4-BE49-F238E27FC236}">
                  <a16:creationId xmlns:a16="http://schemas.microsoft.com/office/drawing/2014/main" id="{AE8109F3-1F77-2590-E561-B474C34B483F}"/>
                </a:ext>
              </a:extLst>
            </p:cNvPr>
            <p:cNvSpPr txBox="1"/>
            <p:nvPr userDrawn="1"/>
          </p:nvSpPr>
          <p:spPr>
            <a:xfrm>
              <a:off x="5172917" y="5942832"/>
              <a:ext cx="540958" cy="3057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08320">
                <a:defRPr/>
              </a:pPr>
              <a:r>
                <a:rPr lang="en-US" sz="1987">
                  <a:solidFill>
                    <a:schemeClr val="bg1"/>
                  </a:solidFill>
                  <a:latin typeface="AlternateGothicEF-NoTwo" pitchFamily="2" charset="0"/>
                </a:rPr>
                <a:t>esilv.fr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CAA52A1-911D-BA48-420D-6FEC5D461AA0}"/>
              </a:ext>
            </a:extLst>
          </p:cNvPr>
          <p:cNvGrpSpPr/>
          <p:nvPr userDrawn="1"/>
        </p:nvGrpSpPr>
        <p:grpSpPr>
          <a:xfrm>
            <a:off x="16004239" y="29858772"/>
            <a:ext cx="303969" cy="306000"/>
            <a:chOff x="8824402" y="6454461"/>
            <a:chExt cx="156544" cy="156544"/>
          </a:xfrm>
        </p:grpSpPr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44DAD6A6-E9E6-1702-F4D6-1DBF519A7C18}"/>
                </a:ext>
              </a:extLst>
            </p:cNvPr>
            <p:cNvSpPr/>
            <p:nvPr/>
          </p:nvSpPr>
          <p:spPr>
            <a:xfrm>
              <a:off x="8824402" y="6454461"/>
              <a:ext cx="156544" cy="156544"/>
            </a:xfrm>
            <a:prstGeom prst="roundRect">
              <a:avLst>
                <a:gd name="adj" fmla="val 21512"/>
              </a:avLst>
            </a:pr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788">
                <a:solidFill>
                  <a:schemeClr val="bg1"/>
                </a:solidFill>
              </a:endParaRPr>
            </a:p>
          </p:txBody>
        </p:sp>
        <p:sp>
          <p:nvSpPr>
            <p:cNvPr id="17" name="Forme libre : forme 46">
              <a:extLst>
                <a:ext uri="{FF2B5EF4-FFF2-40B4-BE49-F238E27FC236}">
                  <a16:creationId xmlns:a16="http://schemas.microsoft.com/office/drawing/2014/main" id="{0D602440-76D2-E152-950C-6EF82DCF7B09}"/>
                </a:ext>
              </a:extLst>
            </p:cNvPr>
            <p:cNvSpPr/>
            <p:nvPr/>
          </p:nvSpPr>
          <p:spPr>
            <a:xfrm>
              <a:off x="8873033" y="6503092"/>
              <a:ext cx="59283" cy="59283"/>
            </a:xfrm>
            <a:custGeom>
              <a:avLst/>
              <a:gdLst>
                <a:gd name="connsiteX0" fmla="*/ 372235 w 744474"/>
                <a:gd name="connsiteY0" fmla="*/ 744100 h 744473"/>
                <a:gd name="connsiteX1" fmla="*/ -97 w 744474"/>
                <a:gd name="connsiteY1" fmla="*/ 371958 h 744473"/>
                <a:gd name="connsiteX2" fmla="*/ 372045 w 744474"/>
                <a:gd name="connsiteY2" fmla="*/ -374 h 744473"/>
                <a:gd name="connsiteX3" fmla="*/ 744377 w 744474"/>
                <a:gd name="connsiteY3" fmla="*/ 371768 h 744473"/>
                <a:gd name="connsiteX4" fmla="*/ 744377 w 744474"/>
                <a:gd name="connsiteY4" fmla="*/ 371958 h 744473"/>
                <a:gd name="connsiteX5" fmla="*/ 372235 w 744474"/>
                <a:gd name="connsiteY5" fmla="*/ 744100 h 744473"/>
                <a:gd name="connsiteX6" fmla="*/ 372235 w 744474"/>
                <a:gd name="connsiteY6" fmla="*/ 123641 h 744473"/>
                <a:gd name="connsiteX7" fmla="*/ 123823 w 744474"/>
                <a:gd name="connsiteY7" fmla="*/ 371863 h 744473"/>
                <a:gd name="connsiteX8" fmla="*/ 372045 w 744474"/>
                <a:gd name="connsiteY8" fmla="*/ 620275 h 744473"/>
                <a:gd name="connsiteX9" fmla="*/ 620457 w 744474"/>
                <a:gd name="connsiteY9" fmla="*/ 372054 h 744473"/>
                <a:gd name="connsiteX10" fmla="*/ 620457 w 744474"/>
                <a:gd name="connsiteY10" fmla="*/ 371958 h 744473"/>
                <a:gd name="connsiteX11" fmla="*/ 372235 w 744474"/>
                <a:gd name="connsiteY11" fmla="*/ 123641 h 744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4474" h="744473">
                  <a:moveTo>
                    <a:pt x="372235" y="744100"/>
                  </a:moveTo>
                  <a:cubicBezTo>
                    <a:pt x="166657" y="744148"/>
                    <a:pt x="-40" y="577536"/>
                    <a:pt x="-97" y="371958"/>
                  </a:cubicBezTo>
                  <a:cubicBezTo>
                    <a:pt x="-154" y="166380"/>
                    <a:pt x="166467" y="-326"/>
                    <a:pt x="372045" y="-374"/>
                  </a:cubicBezTo>
                  <a:cubicBezTo>
                    <a:pt x="577623" y="-431"/>
                    <a:pt x="744320" y="166190"/>
                    <a:pt x="744377" y="371768"/>
                  </a:cubicBezTo>
                  <a:cubicBezTo>
                    <a:pt x="744377" y="371834"/>
                    <a:pt x="744377" y="371892"/>
                    <a:pt x="744377" y="371958"/>
                  </a:cubicBezTo>
                  <a:cubicBezTo>
                    <a:pt x="744168" y="577403"/>
                    <a:pt x="577680" y="743891"/>
                    <a:pt x="372235" y="744100"/>
                  </a:cubicBezTo>
                  <a:close/>
                  <a:moveTo>
                    <a:pt x="372235" y="123641"/>
                  </a:moveTo>
                  <a:cubicBezTo>
                    <a:pt x="235094" y="123584"/>
                    <a:pt x="123880" y="234722"/>
                    <a:pt x="123823" y="371863"/>
                  </a:cubicBezTo>
                  <a:cubicBezTo>
                    <a:pt x="123766" y="509004"/>
                    <a:pt x="234904" y="620218"/>
                    <a:pt x="372045" y="620275"/>
                  </a:cubicBezTo>
                  <a:cubicBezTo>
                    <a:pt x="509186" y="620323"/>
                    <a:pt x="620400" y="509195"/>
                    <a:pt x="620457" y="372054"/>
                  </a:cubicBezTo>
                  <a:cubicBezTo>
                    <a:pt x="620457" y="372025"/>
                    <a:pt x="620457" y="371987"/>
                    <a:pt x="620457" y="371958"/>
                  </a:cubicBezTo>
                  <a:cubicBezTo>
                    <a:pt x="620295" y="234922"/>
                    <a:pt x="509272" y="123851"/>
                    <a:pt x="372235" y="123641"/>
                  </a:cubicBezTo>
                  <a:close/>
                </a:path>
              </a:pathLst>
            </a:custGeom>
            <a:solidFill>
              <a:srgbClr val="CF10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788">
                <a:solidFill>
                  <a:schemeClr val="bg1"/>
                </a:solidFill>
              </a:endParaRPr>
            </a:p>
          </p:txBody>
        </p:sp>
        <p:sp>
          <p:nvSpPr>
            <p:cNvPr id="18" name="Forme libre : forme 47">
              <a:extLst>
                <a:ext uri="{FF2B5EF4-FFF2-40B4-BE49-F238E27FC236}">
                  <a16:creationId xmlns:a16="http://schemas.microsoft.com/office/drawing/2014/main" id="{A25202AB-CC10-6207-DE4A-11EB5400EE48}"/>
                </a:ext>
              </a:extLst>
            </p:cNvPr>
            <p:cNvSpPr/>
            <p:nvPr/>
          </p:nvSpPr>
          <p:spPr>
            <a:xfrm>
              <a:off x="8844991" y="6475050"/>
              <a:ext cx="115366" cy="115366"/>
            </a:xfrm>
            <a:custGeom>
              <a:avLst/>
              <a:gdLst>
                <a:gd name="connsiteX0" fmla="*/ 1070418 w 1448752"/>
                <a:gd name="connsiteY0" fmla="*/ 1448379 h 1448752"/>
                <a:gd name="connsiteX1" fmla="*/ 378046 w 1448752"/>
                <a:gd name="connsiteY1" fmla="*/ 1448379 h 1448752"/>
                <a:gd name="connsiteX2" fmla="*/ -97 w 1448752"/>
                <a:gd name="connsiteY2" fmla="*/ 1070236 h 1448752"/>
                <a:gd name="connsiteX3" fmla="*/ -97 w 1448752"/>
                <a:gd name="connsiteY3" fmla="*/ 377768 h 1448752"/>
                <a:gd name="connsiteX4" fmla="*/ 378046 w 1448752"/>
                <a:gd name="connsiteY4" fmla="*/ -374 h 1448752"/>
                <a:gd name="connsiteX5" fmla="*/ 1070418 w 1448752"/>
                <a:gd name="connsiteY5" fmla="*/ -374 h 1448752"/>
                <a:gd name="connsiteX6" fmla="*/ 1448656 w 1448752"/>
                <a:gd name="connsiteY6" fmla="*/ 377768 h 1448752"/>
                <a:gd name="connsiteX7" fmla="*/ 1448656 w 1448752"/>
                <a:gd name="connsiteY7" fmla="*/ 1070236 h 1448752"/>
                <a:gd name="connsiteX8" fmla="*/ 1070418 w 1448752"/>
                <a:gd name="connsiteY8" fmla="*/ 1448379 h 1448752"/>
                <a:gd name="connsiteX9" fmla="*/ 378046 w 1448752"/>
                <a:gd name="connsiteY9" fmla="*/ 123546 h 1448752"/>
                <a:gd name="connsiteX10" fmla="*/ 123823 w 1448752"/>
                <a:gd name="connsiteY10" fmla="*/ 377768 h 1448752"/>
                <a:gd name="connsiteX11" fmla="*/ 123823 w 1448752"/>
                <a:gd name="connsiteY11" fmla="*/ 1070236 h 1448752"/>
                <a:gd name="connsiteX12" fmla="*/ 378046 w 1448752"/>
                <a:gd name="connsiteY12" fmla="*/ 1324458 h 1448752"/>
                <a:gd name="connsiteX13" fmla="*/ 1070418 w 1448752"/>
                <a:gd name="connsiteY13" fmla="*/ 1324458 h 1448752"/>
                <a:gd name="connsiteX14" fmla="*/ 1324735 w 1448752"/>
                <a:gd name="connsiteY14" fmla="*/ 1070236 h 1448752"/>
                <a:gd name="connsiteX15" fmla="*/ 1324735 w 1448752"/>
                <a:gd name="connsiteY15" fmla="*/ 377768 h 1448752"/>
                <a:gd name="connsiteX16" fmla="*/ 1070418 w 1448752"/>
                <a:gd name="connsiteY16" fmla="*/ 123546 h 144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48752" h="1448752">
                  <a:moveTo>
                    <a:pt x="1070418" y="1448379"/>
                  </a:moveTo>
                  <a:lnTo>
                    <a:pt x="378046" y="1448379"/>
                  </a:lnTo>
                  <a:cubicBezTo>
                    <a:pt x="169315" y="1448112"/>
                    <a:pt x="170" y="1278967"/>
                    <a:pt x="-97" y="1070236"/>
                  </a:cubicBezTo>
                  <a:lnTo>
                    <a:pt x="-97" y="377768"/>
                  </a:lnTo>
                  <a:cubicBezTo>
                    <a:pt x="170" y="169038"/>
                    <a:pt x="169315" y="-107"/>
                    <a:pt x="378046" y="-374"/>
                  </a:cubicBezTo>
                  <a:lnTo>
                    <a:pt x="1070418" y="-374"/>
                  </a:lnTo>
                  <a:cubicBezTo>
                    <a:pt x="1279187" y="-164"/>
                    <a:pt x="1448389" y="168999"/>
                    <a:pt x="1448656" y="377768"/>
                  </a:cubicBezTo>
                  <a:lnTo>
                    <a:pt x="1448656" y="1070236"/>
                  </a:lnTo>
                  <a:cubicBezTo>
                    <a:pt x="1448389" y="1279005"/>
                    <a:pt x="1279187" y="1448169"/>
                    <a:pt x="1070418" y="1448379"/>
                  </a:cubicBezTo>
                  <a:close/>
                  <a:moveTo>
                    <a:pt x="378046" y="123546"/>
                  </a:moveTo>
                  <a:cubicBezTo>
                    <a:pt x="237704" y="123708"/>
                    <a:pt x="123985" y="237427"/>
                    <a:pt x="123823" y="377768"/>
                  </a:cubicBezTo>
                  <a:lnTo>
                    <a:pt x="123823" y="1070236"/>
                  </a:lnTo>
                  <a:cubicBezTo>
                    <a:pt x="123985" y="1210577"/>
                    <a:pt x="237704" y="1324296"/>
                    <a:pt x="378046" y="1324458"/>
                  </a:cubicBezTo>
                  <a:lnTo>
                    <a:pt x="1070418" y="1324458"/>
                  </a:lnTo>
                  <a:cubicBezTo>
                    <a:pt x="1210769" y="1324296"/>
                    <a:pt x="1324526" y="1210587"/>
                    <a:pt x="1324735" y="1070236"/>
                  </a:cubicBezTo>
                  <a:lnTo>
                    <a:pt x="1324735" y="377768"/>
                  </a:lnTo>
                  <a:cubicBezTo>
                    <a:pt x="1324573" y="237389"/>
                    <a:pt x="1210797" y="123651"/>
                    <a:pt x="1070418" y="123546"/>
                  </a:cubicBezTo>
                  <a:close/>
                </a:path>
              </a:pathLst>
            </a:custGeom>
            <a:solidFill>
              <a:srgbClr val="CF10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788">
                <a:solidFill>
                  <a:schemeClr val="bg1"/>
                </a:solidFill>
              </a:endParaRPr>
            </a:p>
          </p:txBody>
        </p:sp>
        <p:sp>
          <p:nvSpPr>
            <p:cNvPr id="19" name="Forme libre : forme 48">
              <a:extLst>
                <a:ext uri="{FF2B5EF4-FFF2-40B4-BE49-F238E27FC236}">
                  <a16:creationId xmlns:a16="http://schemas.microsoft.com/office/drawing/2014/main" id="{5D0E47D7-FA01-E429-C77D-A0706FC1C8C7}"/>
                </a:ext>
              </a:extLst>
            </p:cNvPr>
            <p:cNvSpPr/>
            <p:nvPr/>
          </p:nvSpPr>
          <p:spPr>
            <a:xfrm>
              <a:off x="8926327" y="6489901"/>
              <a:ext cx="13622" cy="13622"/>
            </a:xfrm>
            <a:custGeom>
              <a:avLst/>
              <a:gdLst>
                <a:gd name="connsiteX0" fmla="*/ 171069 w 171068"/>
                <a:gd name="connsiteY0" fmla="*/ 85535 h 171069"/>
                <a:gd name="connsiteX1" fmla="*/ 85535 w 171068"/>
                <a:gd name="connsiteY1" fmla="*/ 171069 h 171069"/>
                <a:gd name="connsiteX2" fmla="*/ 0 w 171068"/>
                <a:gd name="connsiteY2" fmla="*/ 85535 h 171069"/>
                <a:gd name="connsiteX3" fmla="*/ 85535 w 171068"/>
                <a:gd name="connsiteY3" fmla="*/ 0 h 171069"/>
                <a:gd name="connsiteX4" fmla="*/ 171069 w 171068"/>
                <a:gd name="connsiteY4" fmla="*/ 85535 h 171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068" h="171069">
                  <a:moveTo>
                    <a:pt x="171069" y="85535"/>
                  </a:moveTo>
                  <a:cubicBezTo>
                    <a:pt x="171069" y="132774"/>
                    <a:pt x="132774" y="171069"/>
                    <a:pt x="85535" y="171069"/>
                  </a:cubicBezTo>
                  <a:cubicBezTo>
                    <a:pt x="38295" y="171069"/>
                    <a:pt x="0" y="132774"/>
                    <a:pt x="0" y="85535"/>
                  </a:cubicBezTo>
                  <a:cubicBezTo>
                    <a:pt x="0" y="38295"/>
                    <a:pt x="38295" y="0"/>
                    <a:pt x="85535" y="0"/>
                  </a:cubicBezTo>
                  <a:cubicBezTo>
                    <a:pt x="132774" y="0"/>
                    <a:pt x="171069" y="38295"/>
                    <a:pt x="171069" y="85535"/>
                  </a:cubicBezTo>
                  <a:close/>
                </a:path>
              </a:pathLst>
            </a:custGeom>
            <a:solidFill>
              <a:srgbClr val="CF10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788">
                <a:solidFill>
                  <a:schemeClr val="bg1"/>
                </a:solidFill>
              </a:endParaRPr>
            </a:p>
          </p:txBody>
        </p:sp>
      </p:grpSp>
      <p:sp>
        <p:nvSpPr>
          <p:cNvPr id="28" name="Espace réservé du titre 27">
            <a:extLst>
              <a:ext uri="{FF2B5EF4-FFF2-40B4-BE49-F238E27FC236}">
                <a16:creationId xmlns:a16="http://schemas.microsoft.com/office/drawing/2014/main" id="{5DB988E7-B4E2-BD16-C384-D7F76263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015" y="1283138"/>
            <a:ext cx="17284641" cy="15827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Titre de l’article</a:t>
            </a:r>
          </a:p>
        </p:txBody>
      </p:sp>
      <p:sp>
        <p:nvSpPr>
          <p:cNvPr id="29" name="Espace réservé du pied de page 28">
            <a:extLst>
              <a:ext uri="{FF2B5EF4-FFF2-40B4-BE49-F238E27FC236}">
                <a16:creationId xmlns:a16="http://schemas.microsoft.com/office/drawing/2014/main" id="{EE5D30C6-C110-5EB5-C3CD-99C792296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1801367"/>
            <a:ext cx="526254" cy="28362724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ctr">
              <a:defRPr sz="23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Nom de la conférence</a:t>
            </a:r>
          </a:p>
        </p:txBody>
      </p:sp>
      <p:pic>
        <p:nvPicPr>
          <p:cNvPr id="30" name="Picture 6" descr="Présentation - Pôle Léonard de Vinci">
            <a:extLst>
              <a:ext uri="{FF2B5EF4-FFF2-40B4-BE49-F238E27FC236}">
                <a16:creationId xmlns:a16="http://schemas.microsoft.com/office/drawing/2014/main" id="{1FF4FEB4-3405-8B83-D8B6-28345D1EC8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3619"/>
            <a:ext cx="526254" cy="34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" name="Groupe 45">
            <a:extLst>
              <a:ext uri="{FF2B5EF4-FFF2-40B4-BE49-F238E27FC236}">
                <a16:creationId xmlns:a16="http://schemas.microsoft.com/office/drawing/2014/main" id="{560314E7-F840-D827-F4C7-2FF9B51A778F}"/>
              </a:ext>
            </a:extLst>
          </p:cNvPr>
          <p:cNvGrpSpPr/>
          <p:nvPr userDrawn="1"/>
        </p:nvGrpSpPr>
        <p:grpSpPr>
          <a:xfrm>
            <a:off x="1078656" y="29851031"/>
            <a:ext cx="3593950" cy="311992"/>
            <a:chOff x="3502931" y="5938617"/>
            <a:chExt cx="3083800" cy="311992"/>
          </a:xfrm>
        </p:grpSpPr>
        <p:sp>
          <p:nvSpPr>
            <p:cNvPr id="47" name="ZoneTexte 78">
              <a:extLst>
                <a:ext uri="{FF2B5EF4-FFF2-40B4-BE49-F238E27FC236}">
                  <a16:creationId xmlns:a16="http://schemas.microsoft.com/office/drawing/2014/main" id="{688A3368-BCF2-6014-BEA4-F28F0800EF00}"/>
                </a:ext>
              </a:extLst>
            </p:cNvPr>
            <p:cNvSpPr txBox="1"/>
            <p:nvPr userDrawn="1"/>
          </p:nvSpPr>
          <p:spPr>
            <a:xfrm>
              <a:off x="3502931" y="5942832"/>
              <a:ext cx="2225267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08320">
                <a:defRPr/>
              </a:pPr>
              <a:r>
                <a:rPr lang="en-US" sz="1987">
                  <a:solidFill>
                    <a:schemeClr val="bg1"/>
                  </a:solidFill>
                  <a:latin typeface="AlternateGothicEF-NoTwo" pitchFamily="2" charset="0"/>
                </a:rPr>
                <a:t>De Vinci Research Center</a:t>
              </a:r>
              <a:endParaRPr lang="en-US" sz="1987">
                <a:solidFill>
                  <a:schemeClr val="bg1"/>
                </a:solidFill>
                <a:latin typeface="Calibri Light" panose="02000503040000020004" pitchFamily="50" charset="0"/>
              </a:endParaRPr>
            </a:p>
          </p:txBody>
        </p:sp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EB1F4FBC-0921-8A01-5E79-5E49F12495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40643" y="5991279"/>
              <a:ext cx="0" cy="21157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ZoneTexte 78">
              <a:extLst>
                <a:ext uri="{FF2B5EF4-FFF2-40B4-BE49-F238E27FC236}">
                  <a16:creationId xmlns:a16="http://schemas.microsoft.com/office/drawing/2014/main" id="{9DDA5A7B-F38A-AB24-460D-32B7D3389942}"/>
                </a:ext>
              </a:extLst>
            </p:cNvPr>
            <p:cNvSpPr txBox="1"/>
            <p:nvPr userDrawn="1"/>
          </p:nvSpPr>
          <p:spPr>
            <a:xfrm>
              <a:off x="6013526" y="5938617"/>
              <a:ext cx="573205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08320">
                <a:defRPr/>
              </a:pPr>
              <a:r>
                <a:rPr lang="en-US" sz="1987" err="1">
                  <a:solidFill>
                    <a:schemeClr val="bg1"/>
                  </a:solidFill>
                  <a:latin typeface="AlternateGothicEF-NoTwo" pitchFamily="2" charset="0"/>
                </a:rPr>
                <a:t>dvrc.fr</a:t>
              </a:r>
              <a:endParaRPr lang="en-US" sz="1987">
                <a:solidFill>
                  <a:schemeClr val="bg1"/>
                </a:solidFill>
                <a:latin typeface="AlternateGothicEF-NoTwo" pitchFamily="2" charset="0"/>
              </a:endParaRPr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6DA413A0-6D1A-D53A-028C-F7953FAEA4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433"/>
            <a:ext cx="521208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46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sldNum="0" hdr="0" dt="0"/>
  <p:txStyles>
    <p:titleStyle>
      <a:lvl1pPr algn="l" defTabSz="1604172" rtl="0" eaLnBrk="1" latinLnBrk="0" hangingPunct="1">
        <a:lnSpc>
          <a:spcPct val="90000"/>
        </a:lnSpc>
        <a:spcBef>
          <a:spcPct val="0"/>
        </a:spcBef>
        <a:buNone/>
        <a:defRPr lang="fr-FR" sz="6316" kern="1200" cap="all" spc="351" baseline="0" dirty="0">
          <a:solidFill>
            <a:srgbClr val="305174"/>
          </a:solidFill>
          <a:latin typeface="AlternateGothicEF-NoTwo"/>
          <a:ea typeface="+mj-ea"/>
          <a:cs typeface="+mj-cs"/>
        </a:defRPr>
      </a:lvl1pPr>
    </p:titleStyle>
    <p:bodyStyle>
      <a:lvl1pPr marL="0" indent="0" algn="l" defTabSz="1604172" rtl="0" eaLnBrk="1" latinLnBrk="0" hangingPunct="1">
        <a:lnSpc>
          <a:spcPct val="90000"/>
        </a:lnSpc>
        <a:spcBef>
          <a:spcPts val="1754"/>
        </a:spcBef>
        <a:buFont typeface="Arial" panose="020B0604020202020204" pitchFamily="34" charset="0"/>
        <a:buNone/>
        <a:defRPr sz="2807" kern="1200">
          <a:solidFill>
            <a:schemeClr val="tx1"/>
          </a:solidFill>
          <a:latin typeface="Calibri Light" panose="02000503040000020004" pitchFamily="50" charset="0"/>
          <a:ea typeface="+mn-ea"/>
          <a:cs typeface="+mn-cs"/>
        </a:defRPr>
      </a:lvl1pPr>
      <a:lvl2pPr marL="785376" indent="-317493" algn="l" defTabSz="1604172" rtl="0" eaLnBrk="1" latinLnBrk="0" hangingPunct="1">
        <a:lnSpc>
          <a:spcPct val="90000"/>
        </a:lnSpc>
        <a:spcBef>
          <a:spcPts val="877"/>
        </a:spcBef>
        <a:buClr>
          <a:srgbClr val="CF1152"/>
        </a:buClr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Calibri Light" panose="02000503040000020004" pitchFamily="50" charset="0"/>
          <a:ea typeface="+mn-ea"/>
          <a:cs typeface="+mn-cs"/>
        </a:defRPr>
      </a:lvl2pPr>
      <a:lvl3pPr marL="1417577" indent="-314708" algn="l" defTabSz="1604172" rtl="0" eaLnBrk="1" latinLnBrk="0" hangingPunct="1">
        <a:lnSpc>
          <a:spcPct val="90000"/>
        </a:lnSpc>
        <a:spcBef>
          <a:spcPts val="877"/>
        </a:spcBef>
        <a:buClr>
          <a:srgbClr val="CF1152"/>
        </a:buClr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Calibri Light" panose="02000503040000020004" pitchFamily="50" charset="0"/>
          <a:ea typeface="+mn-ea"/>
          <a:cs typeface="+mn-cs"/>
        </a:defRPr>
      </a:lvl3pPr>
      <a:lvl4pPr marL="2205737" indent="-314708" algn="l" defTabSz="1604172" rtl="0" eaLnBrk="1" latinLnBrk="0" hangingPunct="1">
        <a:lnSpc>
          <a:spcPct val="90000"/>
        </a:lnSpc>
        <a:spcBef>
          <a:spcPts val="877"/>
        </a:spcBef>
        <a:buClr>
          <a:srgbClr val="CF1152"/>
        </a:buClr>
        <a:buFont typeface="Arial" panose="020B0604020202020204" pitchFamily="34" charset="0"/>
        <a:buChar char="•"/>
        <a:defRPr sz="1930" kern="1200">
          <a:solidFill>
            <a:schemeClr val="tx1"/>
          </a:solidFill>
          <a:latin typeface="Calibri Light" panose="02000503040000020004" pitchFamily="50" charset="0"/>
          <a:ea typeface="+mn-ea"/>
          <a:cs typeface="+mn-cs"/>
        </a:defRPr>
      </a:lvl4pPr>
      <a:lvl5pPr marL="3208345" indent="0" algn="l" defTabSz="1604172" rtl="0" eaLnBrk="1" latinLnBrk="0" hangingPunct="1">
        <a:lnSpc>
          <a:spcPct val="90000"/>
        </a:lnSpc>
        <a:spcBef>
          <a:spcPts val="877"/>
        </a:spcBef>
        <a:buClr>
          <a:srgbClr val="CF1152"/>
        </a:buClr>
        <a:buFont typeface="Arial" panose="020B0604020202020204" pitchFamily="34" charset="0"/>
        <a:buNone/>
        <a:defRPr sz="2105" kern="1200">
          <a:solidFill>
            <a:schemeClr val="tx1"/>
          </a:solidFill>
          <a:latin typeface="Calibri Light" panose="02000503040000020004" pitchFamily="50" charset="0"/>
          <a:ea typeface="+mn-ea"/>
          <a:cs typeface="+mn-cs"/>
        </a:defRPr>
      </a:lvl5pPr>
      <a:lvl6pPr marL="4411475" indent="-401044" algn="l" defTabSz="160417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6pPr>
      <a:lvl7pPr marL="5213561" indent="-401044" algn="l" defTabSz="160417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7pPr>
      <a:lvl8pPr marL="6015647" indent="-401044" algn="l" defTabSz="160417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8pPr>
      <a:lvl9pPr marL="6817733" indent="-401044" algn="l" defTabSz="160417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1pPr>
      <a:lvl2pPr marL="802086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2pPr>
      <a:lvl3pPr marL="1604172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3pPr>
      <a:lvl4pPr marL="2406259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4pPr>
      <a:lvl5pPr marL="3208345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5pPr>
      <a:lvl6pPr marL="4010431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6pPr>
      <a:lvl7pPr marL="4812517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7pPr>
      <a:lvl8pPr marL="5614603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8pPr>
      <a:lvl9pPr marL="6416690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8C8709-2878-1B4D-E153-B7D0EBC843D7}"/>
              </a:ext>
            </a:extLst>
          </p:cNvPr>
          <p:cNvSpPr/>
          <p:nvPr userDrawn="1"/>
        </p:nvSpPr>
        <p:spPr>
          <a:xfrm>
            <a:off x="1" y="1801367"/>
            <a:ext cx="680130" cy="283627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4849"/>
          </a:p>
        </p:txBody>
      </p:sp>
      <p:sp>
        <p:nvSpPr>
          <p:cNvPr id="4" name="Forme libre : forme 8">
            <a:extLst>
              <a:ext uri="{FF2B5EF4-FFF2-40B4-BE49-F238E27FC236}">
                <a16:creationId xmlns:a16="http://schemas.microsoft.com/office/drawing/2014/main" id="{73B5BCF0-B8C1-4AAB-BAE0-CD092D1DDFC9}"/>
              </a:ext>
            </a:extLst>
          </p:cNvPr>
          <p:cNvSpPr/>
          <p:nvPr userDrawn="1"/>
        </p:nvSpPr>
        <p:spPr>
          <a:xfrm>
            <a:off x="2107760" y="1473685"/>
            <a:ext cx="336546" cy="605688"/>
          </a:xfrm>
          <a:custGeom>
            <a:avLst/>
            <a:gdLst>
              <a:gd name="connsiteX0" fmla="*/ 726255 w 833892"/>
              <a:gd name="connsiteY0" fmla="*/ 1412255 h 1417344"/>
              <a:gd name="connsiteX1" fmla="*/ -2313 w 833892"/>
              <a:gd name="connsiteY1" fmla="*/ 1889 h 1417344"/>
              <a:gd name="connsiteX2" fmla="*/ 23786 w 833892"/>
              <a:gd name="connsiteY2" fmla="*/ -207 h 1417344"/>
              <a:gd name="connsiteX3" fmla="*/ 282961 w 833892"/>
              <a:gd name="connsiteY3" fmla="*/ 650 h 1417344"/>
              <a:gd name="connsiteX4" fmla="*/ 317252 w 833892"/>
              <a:gd name="connsiteY4" fmla="*/ 21129 h 1417344"/>
              <a:gd name="connsiteX5" fmla="*/ 777405 w 833892"/>
              <a:gd name="connsiteY5" fmla="*/ 912003 h 1417344"/>
              <a:gd name="connsiteX6" fmla="*/ 799692 w 833892"/>
              <a:gd name="connsiteY6" fmla="*/ 1311291 h 1417344"/>
              <a:gd name="connsiteX7" fmla="*/ 740542 w 833892"/>
              <a:gd name="connsiteY7" fmla="*/ 1416923 h 141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3892" h="1417344">
                <a:moveTo>
                  <a:pt x="726255" y="1412255"/>
                </a:moveTo>
                <a:cubicBezTo>
                  <a:pt x="484130" y="943435"/>
                  <a:pt x="241907" y="474710"/>
                  <a:pt x="-2313" y="1889"/>
                </a:cubicBezTo>
                <a:cubicBezTo>
                  <a:pt x="8831" y="936"/>
                  <a:pt x="16737" y="-207"/>
                  <a:pt x="23786" y="-207"/>
                </a:cubicBezTo>
                <a:cubicBezTo>
                  <a:pt x="110178" y="-207"/>
                  <a:pt x="196568" y="-1064"/>
                  <a:pt x="282961" y="650"/>
                </a:cubicBezTo>
                <a:cubicBezTo>
                  <a:pt x="296867" y="1984"/>
                  <a:pt x="309441" y="9499"/>
                  <a:pt x="317252" y="21129"/>
                </a:cubicBezTo>
                <a:cubicBezTo>
                  <a:pt x="471652" y="317547"/>
                  <a:pt x="626623" y="613680"/>
                  <a:pt x="777405" y="912003"/>
                </a:cubicBezTo>
                <a:cubicBezTo>
                  <a:pt x="841982" y="1039923"/>
                  <a:pt x="848080" y="1175845"/>
                  <a:pt x="799692" y="1311291"/>
                </a:cubicBezTo>
                <a:cubicBezTo>
                  <a:pt x="786263" y="1348724"/>
                  <a:pt x="760641" y="1381871"/>
                  <a:pt x="740542" y="1416923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none" rtlCol="0" anchor="ctr"/>
          <a:lstStyle/>
          <a:p>
            <a:endParaRPr lang="fr-FR" sz="4849">
              <a:solidFill>
                <a:schemeClr val="bg1"/>
              </a:solidFill>
            </a:endParaRPr>
          </a:p>
        </p:txBody>
      </p:sp>
      <p:sp>
        <p:nvSpPr>
          <p:cNvPr id="7" name="Cadre 6">
            <a:extLst>
              <a:ext uri="{FF2B5EF4-FFF2-40B4-BE49-F238E27FC236}">
                <a16:creationId xmlns:a16="http://schemas.microsoft.com/office/drawing/2014/main" id="{FE8DBAFE-3F50-F7E9-A7C6-0A1BD185A859}"/>
              </a:ext>
            </a:extLst>
          </p:cNvPr>
          <p:cNvSpPr/>
          <p:nvPr userDrawn="1"/>
        </p:nvSpPr>
        <p:spPr>
          <a:xfrm>
            <a:off x="526256" y="0"/>
            <a:ext cx="20862131" cy="30279975"/>
          </a:xfrm>
          <a:prstGeom prst="frame">
            <a:avLst>
              <a:gd name="adj1" fmla="val 250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4849">
              <a:solidFill>
                <a:schemeClr val="tx1"/>
              </a:solidFill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1B61D9B-A6B2-D7F5-D309-67EDE2480184}"/>
              </a:ext>
            </a:extLst>
          </p:cNvPr>
          <p:cNvGrpSpPr/>
          <p:nvPr userDrawn="1"/>
        </p:nvGrpSpPr>
        <p:grpSpPr>
          <a:xfrm>
            <a:off x="16395406" y="29835782"/>
            <a:ext cx="4425812" cy="307777"/>
            <a:chOff x="1916303" y="5942832"/>
            <a:chExt cx="3797572" cy="307777"/>
          </a:xfrm>
        </p:grpSpPr>
        <p:sp>
          <p:nvSpPr>
            <p:cNvPr id="11" name="ZoneTexte 78">
              <a:extLst>
                <a:ext uri="{FF2B5EF4-FFF2-40B4-BE49-F238E27FC236}">
                  <a16:creationId xmlns:a16="http://schemas.microsoft.com/office/drawing/2014/main" id="{DEDA8D0A-AE7A-CEF7-7733-2D3A14515C98}"/>
                </a:ext>
              </a:extLst>
            </p:cNvPr>
            <p:cNvSpPr txBox="1"/>
            <p:nvPr userDrawn="1"/>
          </p:nvSpPr>
          <p:spPr>
            <a:xfrm>
              <a:off x="1916303" y="5942832"/>
              <a:ext cx="315535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08320">
                <a:defRPr/>
              </a:pPr>
              <a:r>
                <a:rPr lang="en-US" sz="1987">
                  <a:solidFill>
                    <a:schemeClr val="bg1"/>
                  </a:solidFill>
                  <a:latin typeface="AlternateGothicEF-NoTwo" pitchFamily="2" charset="0"/>
                </a:rPr>
                <a:t>LIKE,SHARE, FOLLOW ! </a:t>
              </a:r>
              <a:r>
                <a:rPr lang="en-US" sz="1987">
                  <a:solidFill>
                    <a:schemeClr val="bg1"/>
                  </a:solidFill>
                  <a:latin typeface="Calibri Light" panose="02000503040000020004" pitchFamily="50" charset="0"/>
                </a:rPr>
                <a:t>@esilv_paris</a:t>
              </a:r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42E4EFF5-D755-CD3E-15B3-814D55D3750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104550" y="6036645"/>
              <a:ext cx="0" cy="16220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ZoneTexte 78">
              <a:extLst>
                <a:ext uri="{FF2B5EF4-FFF2-40B4-BE49-F238E27FC236}">
                  <a16:creationId xmlns:a16="http://schemas.microsoft.com/office/drawing/2014/main" id="{AE8109F3-1F77-2590-E561-B474C34B483F}"/>
                </a:ext>
              </a:extLst>
            </p:cNvPr>
            <p:cNvSpPr txBox="1"/>
            <p:nvPr userDrawn="1"/>
          </p:nvSpPr>
          <p:spPr>
            <a:xfrm>
              <a:off x="5172917" y="5942832"/>
              <a:ext cx="540958" cy="30578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08320">
                <a:defRPr/>
              </a:pPr>
              <a:r>
                <a:rPr lang="en-US" sz="1987">
                  <a:solidFill>
                    <a:schemeClr val="bg1"/>
                  </a:solidFill>
                  <a:latin typeface="AlternateGothicEF-NoTwo" pitchFamily="2" charset="0"/>
                </a:rPr>
                <a:t>esilv.fr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CAA52A1-911D-BA48-420D-6FEC5D461AA0}"/>
              </a:ext>
            </a:extLst>
          </p:cNvPr>
          <p:cNvGrpSpPr/>
          <p:nvPr userDrawn="1"/>
        </p:nvGrpSpPr>
        <p:grpSpPr>
          <a:xfrm>
            <a:off x="16004239" y="29858772"/>
            <a:ext cx="303969" cy="306000"/>
            <a:chOff x="8824402" y="6454461"/>
            <a:chExt cx="156544" cy="156544"/>
          </a:xfrm>
        </p:grpSpPr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44DAD6A6-E9E6-1702-F4D6-1DBF519A7C18}"/>
                </a:ext>
              </a:extLst>
            </p:cNvPr>
            <p:cNvSpPr/>
            <p:nvPr/>
          </p:nvSpPr>
          <p:spPr>
            <a:xfrm>
              <a:off x="8824402" y="6454461"/>
              <a:ext cx="156544" cy="156544"/>
            </a:xfrm>
            <a:prstGeom prst="roundRect">
              <a:avLst>
                <a:gd name="adj" fmla="val 21512"/>
              </a:avLst>
            </a:pr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788">
                <a:solidFill>
                  <a:schemeClr val="bg1"/>
                </a:solidFill>
              </a:endParaRPr>
            </a:p>
          </p:txBody>
        </p:sp>
        <p:sp>
          <p:nvSpPr>
            <p:cNvPr id="17" name="Forme libre : forme 46">
              <a:extLst>
                <a:ext uri="{FF2B5EF4-FFF2-40B4-BE49-F238E27FC236}">
                  <a16:creationId xmlns:a16="http://schemas.microsoft.com/office/drawing/2014/main" id="{0D602440-76D2-E152-950C-6EF82DCF7B09}"/>
                </a:ext>
              </a:extLst>
            </p:cNvPr>
            <p:cNvSpPr/>
            <p:nvPr/>
          </p:nvSpPr>
          <p:spPr>
            <a:xfrm>
              <a:off x="8873033" y="6503092"/>
              <a:ext cx="59283" cy="59283"/>
            </a:xfrm>
            <a:custGeom>
              <a:avLst/>
              <a:gdLst>
                <a:gd name="connsiteX0" fmla="*/ 372235 w 744474"/>
                <a:gd name="connsiteY0" fmla="*/ 744100 h 744473"/>
                <a:gd name="connsiteX1" fmla="*/ -97 w 744474"/>
                <a:gd name="connsiteY1" fmla="*/ 371958 h 744473"/>
                <a:gd name="connsiteX2" fmla="*/ 372045 w 744474"/>
                <a:gd name="connsiteY2" fmla="*/ -374 h 744473"/>
                <a:gd name="connsiteX3" fmla="*/ 744377 w 744474"/>
                <a:gd name="connsiteY3" fmla="*/ 371768 h 744473"/>
                <a:gd name="connsiteX4" fmla="*/ 744377 w 744474"/>
                <a:gd name="connsiteY4" fmla="*/ 371958 h 744473"/>
                <a:gd name="connsiteX5" fmla="*/ 372235 w 744474"/>
                <a:gd name="connsiteY5" fmla="*/ 744100 h 744473"/>
                <a:gd name="connsiteX6" fmla="*/ 372235 w 744474"/>
                <a:gd name="connsiteY6" fmla="*/ 123641 h 744473"/>
                <a:gd name="connsiteX7" fmla="*/ 123823 w 744474"/>
                <a:gd name="connsiteY7" fmla="*/ 371863 h 744473"/>
                <a:gd name="connsiteX8" fmla="*/ 372045 w 744474"/>
                <a:gd name="connsiteY8" fmla="*/ 620275 h 744473"/>
                <a:gd name="connsiteX9" fmla="*/ 620457 w 744474"/>
                <a:gd name="connsiteY9" fmla="*/ 372054 h 744473"/>
                <a:gd name="connsiteX10" fmla="*/ 620457 w 744474"/>
                <a:gd name="connsiteY10" fmla="*/ 371958 h 744473"/>
                <a:gd name="connsiteX11" fmla="*/ 372235 w 744474"/>
                <a:gd name="connsiteY11" fmla="*/ 123641 h 744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4474" h="744473">
                  <a:moveTo>
                    <a:pt x="372235" y="744100"/>
                  </a:moveTo>
                  <a:cubicBezTo>
                    <a:pt x="166657" y="744148"/>
                    <a:pt x="-40" y="577536"/>
                    <a:pt x="-97" y="371958"/>
                  </a:cubicBezTo>
                  <a:cubicBezTo>
                    <a:pt x="-154" y="166380"/>
                    <a:pt x="166467" y="-326"/>
                    <a:pt x="372045" y="-374"/>
                  </a:cubicBezTo>
                  <a:cubicBezTo>
                    <a:pt x="577623" y="-431"/>
                    <a:pt x="744320" y="166190"/>
                    <a:pt x="744377" y="371768"/>
                  </a:cubicBezTo>
                  <a:cubicBezTo>
                    <a:pt x="744377" y="371834"/>
                    <a:pt x="744377" y="371892"/>
                    <a:pt x="744377" y="371958"/>
                  </a:cubicBezTo>
                  <a:cubicBezTo>
                    <a:pt x="744168" y="577403"/>
                    <a:pt x="577680" y="743891"/>
                    <a:pt x="372235" y="744100"/>
                  </a:cubicBezTo>
                  <a:close/>
                  <a:moveTo>
                    <a:pt x="372235" y="123641"/>
                  </a:moveTo>
                  <a:cubicBezTo>
                    <a:pt x="235094" y="123584"/>
                    <a:pt x="123880" y="234722"/>
                    <a:pt x="123823" y="371863"/>
                  </a:cubicBezTo>
                  <a:cubicBezTo>
                    <a:pt x="123766" y="509004"/>
                    <a:pt x="234904" y="620218"/>
                    <a:pt x="372045" y="620275"/>
                  </a:cubicBezTo>
                  <a:cubicBezTo>
                    <a:pt x="509186" y="620323"/>
                    <a:pt x="620400" y="509195"/>
                    <a:pt x="620457" y="372054"/>
                  </a:cubicBezTo>
                  <a:cubicBezTo>
                    <a:pt x="620457" y="372025"/>
                    <a:pt x="620457" y="371987"/>
                    <a:pt x="620457" y="371958"/>
                  </a:cubicBezTo>
                  <a:cubicBezTo>
                    <a:pt x="620295" y="234922"/>
                    <a:pt x="509272" y="123851"/>
                    <a:pt x="372235" y="123641"/>
                  </a:cubicBezTo>
                  <a:close/>
                </a:path>
              </a:pathLst>
            </a:custGeom>
            <a:solidFill>
              <a:srgbClr val="CF10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788">
                <a:solidFill>
                  <a:schemeClr val="bg1"/>
                </a:solidFill>
              </a:endParaRPr>
            </a:p>
          </p:txBody>
        </p:sp>
        <p:sp>
          <p:nvSpPr>
            <p:cNvPr id="18" name="Forme libre : forme 47">
              <a:extLst>
                <a:ext uri="{FF2B5EF4-FFF2-40B4-BE49-F238E27FC236}">
                  <a16:creationId xmlns:a16="http://schemas.microsoft.com/office/drawing/2014/main" id="{A25202AB-CC10-6207-DE4A-11EB5400EE48}"/>
                </a:ext>
              </a:extLst>
            </p:cNvPr>
            <p:cNvSpPr/>
            <p:nvPr/>
          </p:nvSpPr>
          <p:spPr>
            <a:xfrm>
              <a:off x="8844991" y="6475050"/>
              <a:ext cx="115366" cy="115366"/>
            </a:xfrm>
            <a:custGeom>
              <a:avLst/>
              <a:gdLst>
                <a:gd name="connsiteX0" fmla="*/ 1070418 w 1448752"/>
                <a:gd name="connsiteY0" fmla="*/ 1448379 h 1448752"/>
                <a:gd name="connsiteX1" fmla="*/ 378046 w 1448752"/>
                <a:gd name="connsiteY1" fmla="*/ 1448379 h 1448752"/>
                <a:gd name="connsiteX2" fmla="*/ -97 w 1448752"/>
                <a:gd name="connsiteY2" fmla="*/ 1070236 h 1448752"/>
                <a:gd name="connsiteX3" fmla="*/ -97 w 1448752"/>
                <a:gd name="connsiteY3" fmla="*/ 377768 h 1448752"/>
                <a:gd name="connsiteX4" fmla="*/ 378046 w 1448752"/>
                <a:gd name="connsiteY4" fmla="*/ -374 h 1448752"/>
                <a:gd name="connsiteX5" fmla="*/ 1070418 w 1448752"/>
                <a:gd name="connsiteY5" fmla="*/ -374 h 1448752"/>
                <a:gd name="connsiteX6" fmla="*/ 1448656 w 1448752"/>
                <a:gd name="connsiteY6" fmla="*/ 377768 h 1448752"/>
                <a:gd name="connsiteX7" fmla="*/ 1448656 w 1448752"/>
                <a:gd name="connsiteY7" fmla="*/ 1070236 h 1448752"/>
                <a:gd name="connsiteX8" fmla="*/ 1070418 w 1448752"/>
                <a:gd name="connsiteY8" fmla="*/ 1448379 h 1448752"/>
                <a:gd name="connsiteX9" fmla="*/ 378046 w 1448752"/>
                <a:gd name="connsiteY9" fmla="*/ 123546 h 1448752"/>
                <a:gd name="connsiteX10" fmla="*/ 123823 w 1448752"/>
                <a:gd name="connsiteY10" fmla="*/ 377768 h 1448752"/>
                <a:gd name="connsiteX11" fmla="*/ 123823 w 1448752"/>
                <a:gd name="connsiteY11" fmla="*/ 1070236 h 1448752"/>
                <a:gd name="connsiteX12" fmla="*/ 378046 w 1448752"/>
                <a:gd name="connsiteY12" fmla="*/ 1324458 h 1448752"/>
                <a:gd name="connsiteX13" fmla="*/ 1070418 w 1448752"/>
                <a:gd name="connsiteY13" fmla="*/ 1324458 h 1448752"/>
                <a:gd name="connsiteX14" fmla="*/ 1324735 w 1448752"/>
                <a:gd name="connsiteY14" fmla="*/ 1070236 h 1448752"/>
                <a:gd name="connsiteX15" fmla="*/ 1324735 w 1448752"/>
                <a:gd name="connsiteY15" fmla="*/ 377768 h 1448752"/>
                <a:gd name="connsiteX16" fmla="*/ 1070418 w 1448752"/>
                <a:gd name="connsiteY16" fmla="*/ 123546 h 1448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48752" h="1448752">
                  <a:moveTo>
                    <a:pt x="1070418" y="1448379"/>
                  </a:moveTo>
                  <a:lnTo>
                    <a:pt x="378046" y="1448379"/>
                  </a:lnTo>
                  <a:cubicBezTo>
                    <a:pt x="169315" y="1448112"/>
                    <a:pt x="170" y="1278967"/>
                    <a:pt x="-97" y="1070236"/>
                  </a:cubicBezTo>
                  <a:lnTo>
                    <a:pt x="-97" y="377768"/>
                  </a:lnTo>
                  <a:cubicBezTo>
                    <a:pt x="170" y="169038"/>
                    <a:pt x="169315" y="-107"/>
                    <a:pt x="378046" y="-374"/>
                  </a:cubicBezTo>
                  <a:lnTo>
                    <a:pt x="1070418" y="-374"/>
                  </a:lnTo>
                  <a:cubicBezTo>
                    <a:pt x="1279187" y="-164"/>
                    <a:pt x="1448389" y="168999"/>
                    <a:pt x="1448656" y="377768"/>
                  </a:cubicBezTo>
                  <a:lnTo>
                    <a:pt x="1448656" y="1070236"/>
                  </a:lnTo>
                  <a:cubicBezTo>
                    <a:pt x="1448389" y="1279005"/>
                    <a:pt x="1279187" y="1448169"/>
                    <a:pt x="1070418" y="1448379"/>
                  </a:cubicBezTo>
                  <a:close/>
                  <a:moveTo>
                    <a:pt x="378046" y="123546"/>
                  </a:moveTo>
                  <a:cubicBezTo>
                    <a:pt x="237704" y="123708"/>
                    <a:pt x="123985" y="237427"/>
                    <a:pt x="123823" y="377768"/>
                  </a:cubicBezTo>
                  <a:lnTo>
                    <a:pt x="123823" y="1070236"/>
                  </a:lnTo>
                  <a:cubicBezTo>
                    <a:pt x="123985" y="1210577"/>
                    <a:pt x="237704" y="1324296"/>
                    <a:pt x="378046" y="1324458"/>
                  </a:cubicBezTo>
                  <a:lnTo>
                    <a:pt x="1070418" y="1324458"/>
                  </a:lnTo>
                  <a:cubicBezTo>
                    <a:pt x="1210769" y="1324296"/>
                    <a:pt x="1324526" y="1210587"/>
                    <a:pt x="1324735" y="1070236"/>
                  </a:cubicBezTo>
                  <a:lnTo>
                    <a:pt x="1324735" y="377768"/>
                  </a:lnTo>
                  <a:cubicBezTo>
                    <a:pt x="1324573" y="237389"/>
                    <a:pt x="1210797" y="123651"/>
                    <a:pt x="1070418" y="123546"/>
                  </a:cubicBezTo>
                  <a:close/>
                </a:path>
              </a:pathLst>
            </a:custGeom>
            <a:solidFill>
              <a:srgbClr val="CF10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788">
                <a:solidFill>
                  <a:schemeClr val="bg1"/>
                </a:solidFill>
              </a:endParaRPr>
            </a:p>
          </p:txBody>
        </p:sp>
        <p:sp>
          <p:nvSpPr>
            <p:cNvPr id="19" name="Forme libre : forme 48">
              <a:extLst>
                <a:ext uri="{FF2B5EF4-FFF2-40B4-BE49-F238E27FC236}">
                  <a16:creationId xmlns:a16="http://schemas.microsoft.com/office/drawing/2014/main" id="{5D0E47D7-FA01-E429-C77D-A0706FC1C8C7}"/>
                </a:ext>
              </a:extLst>
            </p:cNvPr>
            <p:cNvSpPr/>
            <p:nvPr/>
          </p:nvSpPr>
          <p:spPr>
            <a:xfrm>
              <a:off x="8926327" y="6489901"/>
              <a:ext cx="13622" cy="13622"/>
            </a:xfrm>
            <a:custGeom>
              <a:avLst/>
              <a:gdLst>
                <a:gd name="connsiteX0" fmla="*/ 171069 w 171068"/>
                <a:gd name="connsiteY0" fmla="*/ 85535 h 171069"/>
                <a:gd name="connsiteX1" fmla="*/ 85535 w 171068"/>
                <a:gd name="connsiteY1" fmla="*/ 171069 h 171069"/>
                <a:gd name="connsiteX2" fmla="*/ 0 w 171068"/>
                <a:gd name="connsiteY2" fmla="*/ 85535 h 171069"/>
                <a:gd name="connsiteX3" fmla="*/ 85535 w 171068"/>
                <a:gd name="connsiteY3" fmla="*/ 0 h 171069"/>
                <a:gd name="connsiteX4" fmla="*/ 171069 w 171068"/>
                <a:gd name="connsiteY4" fmla="*/ 85535 h 171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068" h="171069">
                  <a:moveTo>
                    <a:pt x="171069" y="85535"/>
                  </a:moveTo>
                  <a:cubicBezTo>
                    <a:pt x="171069" y="132774"/>
                    <a:pt x="132774" y="171069"/>
                    <a:pt x="85535" y="171069"/>
                  </a:cubicBezTo>
                  <a:cubicBezTo>
                    <a:pt x="38295" y="171069"/>
                    <a:pt x="0" y="132774"/>
                    <a:pt x="0" y="85535"/>
                  </a:cubicBezTo>
                  <a:cubicBezTo>
                    <a:pt x="0" y="38295"/>
                    <a:pt x="38295" y="0"/>
                    <a:pt x="85535" y="0"/>
                  </a:cubicBezTo>
                  <a:cubicBezTo>
                    <a:pt x="132774" y="0"/>
                    <a:pt x="171069" y="38295"/>
                    <a:pt x="171069" y="85535"/>
                  </a:cubicBezTo>
                  <a:close/>
                </a:path>
              </a:pathLst>
            </a:custGeom>
            <a:solidFill>
              <a:srgbClr val="CF105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sz="1788">
                <a:solidFill>
                  <a:schemeClr val="bg1"/>
                </a:solidFill>
              </a:endParaRPr>
            </a:p>
          </p:txBody>
        </p:sp>
      </p:grpSp>
      <p:sp>
        <p:nvSpPr>
          <p:cNvPr id="28" name="Espace réservé du titre 27">
            <a:extLst>
              <a:ext uri="{FF2B5EF4-FFF2-40B4-BE49-F238E27FC236}">
                <a16:creationId xmlns:a16="http://schemas.microsoft.com/office/drawing/2014/main" id="{5DB988E7-B4E2-BD16-C384-D7F76263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4015" y="1283138"/>
            <a:ext cx="17284641" cy="15827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Titre de l’article</a:t>
            </a:r>
          </a:p>
        </p:txBody>
      </p:sp>
      <p:sp>
        <p:nvSpPr>
          <p:cNvPr id="29" name="Espace réservé du pied de page 28">
            <a:extLst>
              <a:ext uri="{FF2B5EF4-FFF2-40B4-BE49-F238E27FC236}">
                <a16:creationId xmlns:a16="http://schemas.microsoft.com/office/drawing/2014/main" id="{EE5D30C6-C110-5EB5-C3CD-99C792296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" y="1801367"/>
            <a:ext cx="526254" cy="28362724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ctr">
              <a:defRPr sz="23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Nom de la conférence</a:t>
            </a:r>
          </a:p>
        </p:txBody>
      </p:sp>
      <p:pic>
        <p:nvPicPr>
          <p:cNvPr id="30" name="Picture 6" descr="Présentation - Pôle Léonard de Vinci">
            <a:extLst>
              <a:ext uri="{FF2B5EF4-FFF2-40B4-BE49-F238E27FC236}">
                <a16:creationId xmlns:a16="http://schemas.microsoft.com/office/drawing/2014/main" id="{1FF4FEB4-3405-8B83-D8B6-28345D1EC8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3619"/>
            <a:ext cx="526254" cy="34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6" name="Groupe 45">
            <a:extLst>
              <a:ext uri="{FF2B5EF4-FFF2-40B4-BE49-F238E27FC236}">
                <a16:creationId xmlns:a16="http://schemas.microsoft.com/office/drawing/2014/main" id="{560314E7-F840-D827-F4C7-2FF9B51A778F}"/>
              </a:ext>
            </a:extLst>
          </p:cNvPr>
          <p:cNvGrpSpPr/>
          <p:nvPr userDrawn="1"/>
        </p:nvGrpSpPr>
        <p:grpSpPr>
          <a:xfrm>
            <a:off x="1078656" y="29851031"/>
            <a:ext cx="3593950" cy="311992"/>
            <a:chOff x="3502931" y="5938617"/>
            <a:chExt cx="3083800" cy="311992"/>
          </a:xfrm>
        </p:grpSpPr>
        <p:sp>
          <p:nvSpPr>
            <p:cNvPr id="47" name="ZoneTexte 78">
              <a:extLst>
                <a:ext uri="{FF2B5EF4-FFF2-40B4-BE49-F238E27FC236}">
                  <a16:creationId xmlns:a16="http://schemas.microsoft.com/office/drawing/2014/main" id="{688A3368-BCF2-6014-BEA4-F28F0800EF00}"/>
                </a:ext>
              </a:extLst>
            </p:cNvPr>
            <p:cNvSpPr txBox="1"/>
            <p:nvPr userDrawn="1"/>
          </p:nvSpPr>
          <p:spPr>
            <a:xfrm>
              <a:off x="3502931" y="5942832"/>
              <a:ext cx="2225267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08320">
                <a:defRPr/>
              </a:pPr>
              <a:r>
                <a:rPr lang="en-US" sz="1987">
                  <a:solidFill>
                    <a:schemeClr val="bg1"/>
                  </a:solidFill>
                  <a:latin typeface="AlternateGothicEF-NoTwo" pitchFamily="2" charset="0"/>
                </a:rPr>
                <a:t>De Vinci Research Center</a:t>
              </a:r>
              <a:endParaRPr lang="en-US" sz="1987">
                <a:solidFill>
                  <a:schemeClr val="bg1"/>
                </a:solidFill>
                <a:latin typeface="Calibri Light" panose="02000503040000020004" pitchFamily="50" charset="0"/>
              </a:endParaRPr>
            </a:p>
          </p:txBody>
        </p:sp>
        <p:cxnSp>
          <p:nvCxnSpPr>
            <p:cNvPr id="48" name="Connecteur droit 47">
              <a:extLst>
                <a:ext uri="{FF2B5EF4-FFF2-40B4-BE49-F238E27FC236}">
                  <a16:creationId xmlns:a16="http://schemas.microsoft.com/office/drawing/2014/main" id="{EB1F4FBC-0921-8A01-5E79-5E49F12495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40643" y="5991279"/>
              <a:ext cx="0" cy="21157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ZoneTexte 78">
              <a:extLst>
                <a:ext uri="{FF2B5EF4-FFF2-40B4-BE49-F238E27FC236}">
                  <a16:creationId xmlns:a16="http://schemas.microsoft.com/office/drawing/2014/main" id="{9DDA5A7B-F38A-AB24-460D-32B7D3389942}"/>
                </a:ext>
              </a:extLst>
            </p:cNvPr>
            <p:cNvSpPr txBox="1"/>
            <p:nvPr userDrawn="1"/>
          </p:nvSpPr>
          <p:spPr>
            <a:xfrm>
              <a:off x="6013526" y="5938617"/>
              <a:ext cx="573205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908320">
                <a:defRPr/>
              </a:pPr>
              <a:r>
                <a:rPr lang="en-US" sz="1987" err="1">
                  <a:solidFill>
                    <a:schemeClr val="bg1"/>
                  </a:solidFill>
                  <a:latin typeface="AlternateGothicEF-NoTwo" pitchFamily="2" charset="0"/>
                </a:rPr>
                <a:t>dvrc.fr</a:t>
              </a:r>
              <a:endParaRPr lang="en-US" sz="1987">
                <a:solidFill>
                  <a:schemeClr val="bg1"/>
                </a:solidFill>
                <a:latin typeface="AlternateGothicEF-NoTwo" pitchFamily="2" charset="0"/>
              </a:endParaRPr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447949C7-F70A-9162-B749-3E20A24E5E9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433"/>
            <a:ext cx="521208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10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hf sldNum="0" hdr="0" dt="0"/>
  <p:txStyles>
    <p:titleStyle>
      <a:lvl1pPr algn="l" defTabSz="1604172" rtl="0" eaLnBrk="1" latinLnBrk="0" hangingPunct="1">
        <a:lnSpc>
          <a:spcPct val="90000"/>
        </a:lnSpc>
        <a:spcBef>
          <a:spcPct val="0"/>
        </a:spcBef>
        <a:buNone/>
        <a:defRPr lang="fr-FR" sz="6316" kern="1200" cap="all" spc="351" baseline="0" dirty="0">
          <a:solidFill>
            <a:srgbClr val="305174"/>
          </a:solidFill>
          <a:latin typeface="AlternateGothicEF-NoTwo"/>
          <a:ea typeface="+mj-ea"/>
          <a:cs typeface="+mj-cs"/>
        </a:defRPr>
      </a:lvl1pPr>
    </p:titleStyle>
    <p:bodyStyle>
      <a:lvl1pPr marL="0" indent="0" algn="l" defTabSz="1604172" rtl="0" eaLnBrk="1" latinLnBrk="0" hangingPunct="1">
        <a:lnSpc>
          <a:spcPct val="90000"/>
        </a:lnSpc>
        <a:spcBef>
          <a:spcPts val="1754"/>
        </a:spcBef>
        <a:buFont typeface="Arial" panose="020B0604020202020204" pitchFamily="34" charset="0"/>
        <a:buNone/>
        <a:defRPr sz="2807" kern="1200">
          <a:solidFill>
            <a:schemeClr val="tx1"/>
          </a:solidFill>
          <a:latin typeface="Calibri Light" panose="02000503040000020004" pitchFamily="50" charset="0"/>
          <a:ea typeface="+mn-ea"/>
          <a:cs typeface="+mn-cs"/>
        </a:defRPr>
      </a:lvl1pPr>
      <a:lvl2pPr marL="785376" indent="-317493" algn="l" defTabSz="1604172" rtl="0" eaLnBrk="1" latinLnBrk="0" hangingPunct="1">
        <a:lnSpc>
          <a:spcPct val="90000"/>
        </a:lnSpc>
        <a:spcBef>
          <a:spcPts val="877"/>
        </a:spcBef>
        <a:buClr>
          <a:srgbClr val="CF1152"/>
        </a:buClr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Calibri Light" panose="02000503040000020004" pitchFamily="50" charset="0"/>
          <a:ea typeface="+mn-ea"/>
          <a:cs typeface="+mn-cs"/>
        </a:defRPr>
      </a:lvl2pPr>
      <a:lvl3pPr marL="1417577" indent="-314708" algn="l" defTabSz="1604172" rtl="0" eaLnBrk="1" latinLnBrk="0" hangingPunct="1">
        <a:lnSpc>
          <a:spcPct val="90000"/>
        </a:lnSpc>
        <a:spcBef>
          <a:spcPts val="877"/>
        </a:spcBef>
        <a:buClr>
          <a:srgbClr val="CF1152"/>
        </a:buClr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Calibri Light" panose="02000503040000020004" pitchFamily="50" charset="0"/>
          <a:ea typeface="+mn-ea"/>
          <a:cs typeface="+mn-cs"/>
        </a:defRPr>
      </a:lvl3pPr>
      <a:lvl4pPr marL="2205737" indent="-314708" algn="l" defTabSz="1604172" rtl="0" eaLnBrk="1" latinLnBrk="0" hangingPunct="1">
        <a:lnSpc>
          <a:spcPct val="90000"/>
        </a:lnSpc>
        <a:spcBef>
          <a:spcPts val="877"/>
        </a:spcBef>
        <a:buClr>
          <a:srgbClr val="CF1152"/>
        </a:buClr>
        <a:buFont typeface="Arial" panose="020B0604020202020204" pitchFamily="34" charset="0"/>
        <a:buChar char="•"/>
        <a:defRPr sz="1930" kern="1200">
          <a:solidFill>
            <a:schemeClr val="tx1"/>
          </a:solidFill>
          <a:latin typeface="Calibri Light" panose="02000503040000020004" pitchFamily="50" charset="0"/>
          <a:ea typeface="+mn-ea"/>
          <a:cs typeface="+mn-cs"/>
        </a:defRPr>
      </a:lvl4pPr>
      <a:lvl5pPr marL="3208345" indent="0" algn="l" defTabSz="1604172" rtl="0" eaLnBrk="1" latinLnBrk="0" hangingPunct="1">
        <a:lnSpc>
          <a:spcPct val="90000"/>
        </a:lnSpc>
        <a:spcBef>
          <a:spcPts val="877"/>
        </a:spcBef>
        <a:buClr>
          <a:srgbClr val="CF1152"/>
        </a:buClr>
        <a:buFont typeface="Arial" panose="020B0604020202020204" pitchFamily="34" charset="0"/>
        <a:buNone/>
        <a:defRPr sz="2105" kern="1200">
          <a:solidFill>
            <a:schemeClr val="tx1"/>
          </a:solidFill>
          <a:latin typeface="Calibri Light" panose="02000503040000020004" pitchFamily="50" charset="0"/>
          <a:ea typeface="+mn-ea"/>
          <a:cs typeface="+mn-cs"/>
        </a:defRPr>
      </a:lvl5pPr>
      <a:lvl6pPr marL="4411475" indent="-401044" algn="l" defTabSz="160417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6pPr>
      <a:lvl7pPr marL="5213561" indent="-401044" algn="l" defTabSz="160417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7pPr>
      <a:lvl8pPr marL="6015647" indent="-401044" algn="l" defTabSz="160417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8pPr>
      <a:lvl9pPr marL="6817733" indent="-401044" algn="l" defTabSz="1604172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1pPr>
      <a:lvl2pPr marL="802086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2pPr>
      <a:lvl3pPr marL="1604172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3pPr>
      <a:lvl4pPr marL="2406259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4pPr>
      <a:lvl5pPr marL="3208345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5pPr>
      <a:lvl6pPr marL="4010431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6pPr>
      <a:lvl7pPr marL="4812517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7pPr>
      <a:lvl8pPr marL="5614603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8pPr>
      <a:lvl9pPr marL="6416690" algn="l" defTabSz="1604172" rtl="0" eaLnBrk="1" latinLnBrk="0" hangingPunct="1">
        <a:defRPr sz="31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3" Type="http://schemas.openxmlformats.org/officeDocument/2006/relationships/notesSlide" Target="../notesSlides/notesSlide1.xml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5.png"/><Relationship Id="rId1" Type="http://schemas.openxmlformats.org/officeDocument/2006/relationships/tags" Target="../tags/tag4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5" Type="http://schemas.openxmlformats.org/officeDocument/2006/relationships/image" Target="../media/image4.png"/><Relationship Id="rId10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40">
            <a:extLst>
              <a:ext uri="{FF2B5EF4-FFF2-40B4-BE49-F238E27FC236}">
                <a16:creationId xmlns:a16="http://schemas.microsoft.com/office/drawing/2014/main" id="{B13241AC-CE6E-D619-33D6-F5F9EF4FC0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005" b="3181"/>
          <a:stretch/>
        </p:blipFill>
        <p:spPr>
          <a:xfrm>
            <a:off x="-126900" y="-38204"/>
            <a:ext cx="21790031" cy="30350836"/>
          </a:xfrm>
          <a:prstGeom prst="rect">
            <a:avLst/>
          </a:prstGeom>
        </p:spPr>
      </p:pic>
      <p:sp>
        <p:nvSpPr>
          <p:cNvPr id="68" name="Rectangle : coins arrondis 67">
            <a:extLst>
              <a:ext uri="{FF2B5EF4-FFF2-40B4-BE49-F238E27FC236}">
                <a16:creationId xmlns:a16="http://schemas.microsoft.com/office/drawing/2014/main" id="{A24A3B5F-4451-A547-CB01-0F0C3FD10C88}"/>
              </a:ext>
            </a:extLst>
          </p:cNvPr>
          <p:cNvSpPr/>
          <p:nvPr/>
        </p:nvSpPr>
        <p:spPr>
          <a:xfrm>
            <a:off x="11011219" y="19306771"/>
            <a:ext cx="4377926" cy="5400000"/>
          </a:xfrm>
          <a:prstGeom prst="roundRect">
            <a:avLst>
              <a:gd name="adj" fmla="val 12448"/>
            </a:avLst>
          </a:prstGeom>
          <a:solidFill>
            <a:srgbClr val="F57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91C451C1-F115-3809-2FBC-406548EE8D32}"/>
              </a:ext>
            </a:extLst>
          </p:cNvPr>
          <p:cNvSpPr/>
          <p:nvPr/>
        </p:nvSpPr>
        <p:spPr>
          <a:xfrm>
            <a:off x="15847433" y="19306771"/>
            <a:ext cx="4377926" cy="5400000"/>
          </a:xfrm>
          <a:prstGeom prst="roundRect">
            <a:avLst>
              <a:gd name="adj" fmla="val 12448"/>
            </a:avLst>
          </a:prstGeom>
          <a:solidFill>
            <a:srgbClr val="00838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 : coins arrondis 66">
            <a:extLst>
              <a:ext uri="{FF2B5EF4-FFF2-40B4-BE49-F238E27FC236}">
                <a16:creationId xmlns:a16="http://schemas.microsoft.com/office/drawing/2014/main" id="{2E08D756-033F-0ADB-91BA-E82F5E5A23A9}"/>
              </a:ext>
            </a:extLst>
          </p:cNvPr>
          <p:cNvSpPr/>
          <p:nvPr/>
        </p:nvSpPr>
        <p:spPr>
          <a:xfrm>
            <a:off x="6192155" y="19306771"/>
            <a:ext cx="4377926" cy="5400000"/>
          </a:xfrm>
          <a:prstGeom prst="roundRect">
            <a:avLst>
              <a:gd name="adj" fmla="val 12448"/>
            </a:avLst>
          </a:prstGeom>
          <a:solidFill>
            <a:srgbClr val="0095B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ZoneTexte 56">
            <a:extLst>
              <a:ext uri="{FF2B5EF4-FFF2-40B4-BE49-F238E27FC236}">
                <a16:creationId xmlns:a16="http://schemas.microsoft.com/office/drawing/2014/main" id="{0DDE47F2-FA89-8C3F-FBCF-44D5FA52C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431" y="13845603"/>
            <a:ext cx="8575426" cy="46474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2800" b="1" dirty="0">
                <a:solidFill>
                  <a:srgbClr val="1D39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Notre Mission</a:t>
            </a:r>
          </a:p>
          <a:p>
            <a:pPr algn="ctr">
              <a:defRPr/>
            </a:pPr>
            <a:r>
              <a:rPr lang="fr-FR" sz="2400" noProof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Coordonner et promouvoir le développement des technologies immersives au sein du DVHE, en s'appuyant sur les activités pédagogiques, les projets de recherche et les actions de rayonnement.</a:t>
            </a:r>
          </a:p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endParaRPr lang="fr-FR" sz="2400" noProof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fr-FR" sz="2800" b="1" dirty="0">
                <a:solidFill>
                  <a:srgbClr val="1D395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Notre Vision</a:t>
            </a:r>
          </a:p>
          <a:p>
            <a:pPr algn="ctr">
              <a:defRPr/>
            </a:pPr>
            <a:r>
              <a:rPr lang="fr-FR" sz="2400" noProof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Devenir un pôle d’excellence transversal de référence en éducation, recherche et développement d’expériences et de contenus immersifs</a:t>
            </a:r>
          </a:p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endParaRPr lang="en-US" sz="2400" noProof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Wingdings" panose="05000000000000000000" pitchFamily="2" charset="2"/>
              <a:buChar char="Ø"/>
              <a:defRPr/>
            </a:pPr>
            <a:endParaRPr lang="en-US" sz="2400" noProof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7E360CB-9072-DACA-648D-5EDFF95D3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187" y="448979"/>
            <a:ext cx="12147788" cy="1979401"/>
          </a:xfrm>
        </p:spPr>
        <p:txBody>
          <a:bodyPr>
            <a:noAutofit/>
          </a:bodyPr>
          <a:lstStyle/>
          <a:p>
            <a:r>
              <a:rPr lang="fr-FR" sz="7200" dirty="0">
                <a:solidFill>
                  <a:srgbClr val="1D395A"/>
                </a:solidFill>
                <a:latin typeface="Alternate Gothic ATF"/>
                <a:cs typeface="Calibri"/>
              </a:rPr>
              <a:t>De Vinci Immersive </a:t>
            </a:r>
            <a:r>
              <a:rPr lang="fr-FR" sz="7200" dirty="0" err="1">
                <a:solidFill>
                  <a:srgbClr val="1D395A"/>
                </a:solidFill>
                <a:latin typeface="Alternate Gothic ATF"/>
                <a:cs typeface="Calibri"/>
              </a:rPr>
              <a:t>Lab</a:t>
            </a:r>
            <a:br>
              <a:rPr lang="fr-FR" dirty="0"/>
            </a:br>
            <a:r>
              <a:rPr lang="fr-FR" sz="4000" b="0" dirty="0">
                <a:solidFill>
                  <a:srgbClr val="1D395A"/>
                </a:solidFill>
                <a:latin typeface="Alternate Gothic ATF"/>
                <a:cs typeface="Calibri"/>
              </a:rPr>
              <a:t>Un espace d’excellence pour la recherche, l’innovation </a:t>
            </a:r>
            <a:br>
              <a:rPr lang="fr-FR" sz="4000" b="0" dirty="0">
                <a:latin typeface="Alternate Gothic ATF"/>
                <a:cs typeface="Calibri"/>
              </a:rPr>
            </a:br>
            <a:r>
              <a:rPr lang="fr-FR" sz="4000" b="0" dirty="0">
                <a:solidFill>
                  <a:srgbClr val="1D395A"/>
                </a:solidFill>
                <a:latin typeface="Alternate Gothic ATF"/>
                <a:cs typeface="Calibri"/>
              </a:rPr>
              <a:t>et la pédagogie autour des technologies immersives</a:t>
            </a:r>
            <a:endParaRPr lang="en-US" sz="4000" b="0" dirty="0">
              <a:solidFill>
                <a:srgbClr val="1D395A"/>
              </a:solidFill>
              <a:latin typeface="Alternate Gothic ATF"/>
              <a:cs typeface="Calibri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EC930FA8-23BC-3C3D-CCAC-12778E55FDBD}"/>
              </a:ext>
            </a:extLst>
          </p:cNvPr>
          <p:cNvGrpSpPr/>
          <p:nvPr/>
        </p:nvGrpSpPr>
        <p:grpSpPr>
          <a:xfrm>
            <a:off x="3293768" y="3313021"/>
            <a:ext cx="14800853" cy="8261659"/>
            <a:chOff x="2994881" y="3313021"/>
            <a:chExt cx="14800853" cy="8261659"/>
          </a:xfrm>
        </p:grpSpPr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7112D93F-CD71-78D3-861E-4EC879A2B862}"/>
                </a:ext>
              </a:extLst>
            </p:cNvPr>
            <p:cNvSpPr/>
            <p:nvPr/>
          </p:nvSpPr>
          <p:spPr>
            <a:xfrm>
              <a:off x="2994881" y="8218912"/>
              <a:ext cx="4422447" cy="3226067"/>
            </a:xfrm>
            <a:prstGeom prst="roundRect">
              <a:avLst>
                <a:gd name="adj" fmla="val 10000"/>
              </a:avLst>
            </a:prstGeom>
            <a:solidFill>
              <a:srgbClr val="008383">
                <a:alpha val="50000"/>
              </a:srgbClr>
            </a:solidFill>
            <a:ln>
              <a:solidFill>
                <a:srgbClr val="008383"/>
              </a:solidFill>
            </a:ln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32" name="Rectangle : coins arrondis 4">
              <a:extLst>
                <a:ext uri="{FF2B5EF4-FFF2-40B4-BE49-F238E27FC236}">
                  <a16:creationId xmlns:a16="http://schemas.microsoft.com/office/drawing/2014/main" id="{067BBEF0-AFCF-9B51-1C1C-957FC8B242E6}"/>
                </a:ext>
              </a:extLst>
            </p:cNvPr>
            <p:cNvSpPr txBox="1"/>
            <p:nvPr/>
          </p:nvSpPr>
          <p:spPr>
            <a:xfrm>
              <a:off x="3429369" y="9067432"/>
              <a:ext cx="3553470" cy="227781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2400" b="1" kern="1200" dirty="0"/>
                <a:t>Créer des partenariats associatifs et sociétaux</a:t>
              </a:r>
            </a:p>
            <a:p>
              <a:pPr marL="171450" lvl="1" indent="-171450" algn="l" defTabSz="800100">
                <a:lnSpc>
                  <a:spcPct val="90000"/>
                </a:lnSpc>
                <a:spcBef>
                  <a:spcPts val="600"/>
                </a:spcBef>
                <a:buChar char="•"/>
              </a:pPr>
              <a:r>
                <a:rPr lang="fr-FR" sz="2400" b="1" kern="1200" dirty="0"/>
                <a:t>Promouvoir et Valoriser</a:t>
              </a:r>
            </a:p>
          </p:txBody>
        </p:sp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4F0277C8-DA94-8B80-6A6C-FAB06505978B}"/>
                </a:ext>
              </a:extLst>
            </p:cNvPr>
            <p:cNvSpPr/>
            <p:nvPr/>
          </p:nvSpPr>
          <p:spPr>
            <a:xfrm>
              <a:off x="3210451" y="3612958"/>
              <a:ext cx="4573604" cy="3063617"/>
            </a:xfrm>
            <a:prstGeom prst="roundRect">
              <a:avLst>
                <a:gd name="adj" fmla="val 10000"/>
              </a:avLst>
            </a:prstGeom>
            <a:solidFill>
              <a:srgbClr val="CF1052">
                <a:alpha val="50000"/>
              </a:srgbClr>
            </a:solidFill>
            <a:ln>
              <a:solidFill>
                <a:srgbClr val="F57F00"/>
              </a:solidFill>
            </a:ln>
          </p:spPr>
          <p:style>
            <a:lnRef idx="1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7" name="Rectangle : coins arrondis 4">
              <a:extLst>
                <a:ext uri="{FF2B5EF4-FFF2-40B4-BE49-F238E27FC236}">
                  <a16:creationId xmlns:a16="http://schemas.microsoft.com/office/drawing/2014/main" id="{C3D7043B-3FF8-F960-9D0E-FD9480E4C69C}"/>
                </a:ext>
              </a:extLst>
            </p:cNvPr>
            <p:cNvSpPr txBox="1"/>
            <p:nvPr/>
          </p:nvSpPr>
          <p:spPr>
            <a:xfrm>
              <a:off x="3637751" y="4043314"/>
              <a:ext cx="3497148" cy="21631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2400" b="1" kern="1200" dirty="0"/>
                <a:t>Enseigner le développement immersif</a:t>
              </a:r>
              <a:endParaRPr lang="en-US" sz="2400" kern="1200" dirty="0"/>
            </a:p>
            <a:p>
              <a:pPr marL="171450" lvl="1" indent="-171450" algn="l" defTabSz="71120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har char="•"/>
              </a:pPr>
              <a:r>
                <a:rPr lang="fr-FR" sz="2400" b="1" kern="1200" dirty="0"/>
                <a:t>Enseigner avec des outils immersifs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2400" b="1" kern="1200" dirty="0"/>
                <a:t>Acculturer </a:t>
              </a:r>
            </a:p>
          </p:txBody>
        </p:sp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C0CF614B-3DB7-3B0A-FFA0-4ACAB35C55CE}"/>
                </a:ext>
              </a:extLst>
            </p:cNvPr>
            <p:cNvSpPr/>
            <p:nvPr/>
          </p:nvSpPr>
          <p:spPr>
            <a:xfrm>
              <a:off x="13373287" y="8500817"/>
              <a:ext cx="4422447" cy="3073863"/>
            </a:xfrm>
            <a:prstGeom prst="roundRect">
              <a:avLst>
                <a:gd name="adj" fmla="val 10000"/>
              </a:avLst>
            </a:prstGeom>
            <a:solidFill>
              <a:srgbClr val="0095BB">
                <a:alpha val="50000"/>
              </a:srgbClr>
            </a:solidFill>
            <a:ln>
              <a:solidFill>
                <a:srgbClr val="0095BB"/>
              </a:solidFill>
            </a:ln>
          </p:spPr>
          <p:style>
            <a:lnRef idx="1">
              <a:schemeClr val="accent5">
                <a:hueOff val="-6076075"/>
                <a:satOff val="-413"/>
                <a:lumOff val="981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Rectangle : coins arrondis 4">
              <a:extLst>
                <a:ext uri="{FF2B5EF4-FFF2-40B4-BE49-F238E27FC236}">
                  <a16:creationId xmlns:a16="http://schemas.microsoft.com/office/drawing/2014/main" id="{B1FD85C7-22E3-F20E-BAD9-AD70C7E48CF7}"/>
                </a:ext>
              </a:extLst>
            </p:cNvPr>
            <p:cNvSpPr txBox="1"/>
            <p:nvPr/>
          </p:nvSpPr>
          <p:spPr>
            <a:xfrm>
              <a:off x="13884576" y="9166825"/>
              <a:ext cx="3911158" cy="217035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2400" b="1" kern="1200" dirty="0">
                  <a:ea typeface="Calibri"/>
                  <a:cs typeface="Calibri"/>
                </a:rPr>
                <a:t>Promouvoir une Recherche transversale</a:t>
              </a:r>
              <a:endParaRPr lang="fr-FR" sz="2400" b="1" kern="1200" dirty="0"/>
            </a:p>
            <a:p>
              <a:pPr marL="171450" lvl="1" indent="-171450" algn="l" defTabSz="711200">
                <a:lnSpc>
                  <a:spcPct val="90000"/>
                </a:lnSpc>
                <a:spcBef>
                  <a:spcPts val="600"/>
                </a:spcBef>
                <a:buChar char="•"/>
              </a:pPr>
              <a:r>
                <a:rPr lang="fr-FR" sz="2400" b="1" kern="1200" dirty="0"/>
                <a:t>Promouvoir la recherche partenariale</a:t>
              </a:r>
            </a:p>
          </p:txBody>
        </p: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0516C5A7-23B8-404B-CA97-1A25F19A30FC}"/>
                </a:ext>
              </a:extLst>
            </p:cNvPr>
            <p:cNvSpPr/>
            <p:nvPr/>
          </p:nvSpPr>
          <p:spPr>
            <a:xfrm>
              <a:off x="13392116" y="3437042"/>
              <a:ext cx="4345442" cy="3057317"/>
            </a:xfrm>
            <a:prstGeom prst="roundRect">
              <a:avLst>
                <a:gd name="adj" fmla="val 10000"/>
              </a:avLst>
            </a:prstGeom>
            <a:solidFill>
              <a:srgbClr val="F57F00">
                <a:alpha val="57000"/>
              </a:srgbClr>
            </a:solidFill>
            <a:ln>
              <a:solidFill>
                <a:srgbClr val="F57F00"/>
              </a:solidFill>
            </a:ln>
          </p:spPr>
          <p:style>
            <a:lnRef idx="1">
              <a:schemeClr val="accent5">
                <a:hueOff val="-4050717"/>
                <a:satOff val="-275"/>
                <a:lumOff val="654"/>
                <a:alphaOff val="0"/>
              </a:schemeClr>
            </a:lnRef>
            <a:fillRef idx="1">
              <a:scrgbClr r="0" g="0" b="0"/>
            </a:fillRef>
            <a:effectRef idx="2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Rectangle : coins arrondis 4">
              <a:extLst>
                <a:ext uri="{FF2B5EF4-FFF2-40B4-BE49-F238E27FC236}">
                  <a16:creationId xmlns:a16="http://schemas.microsoft.com/office/drawing/2014/main" id="{9AF4137C-3B54-2204-1B17-9E92CB0F776C}"/>
                </a:ext>
              </a:extLst>
            </p:cNvPr>
            <p:cNvSpPr txBox="1"/>
            <p:nvPr/>
          </p:nvSpPr>
          <p:spPr>
            <a:xfrm>
              <a:off x="13830023" y="3950248"/>
              <a:ext cx="3904889" cy="2158668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171450" lvl="1" indent="-171450" algn="l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fr-FR" sz="2400" b="1" kern="1200" dirty="0"/>
                <a:t>Produire notre contenu immersif</a:t>
              </a:r>
            </a:p>
            <a:p>
              <a:pPr marL="171450" lvl="1" indent="-171450" algn="l" defTabSz="711200">
                <a:lnSpc>
                  <a:spcPct val="90000"/>
                </a:lnSpc>
                <a:spcBef>
                  <a:spcPts val="600"/>
                </a:spcBef>
                <a:buChar char="•"/>
              </a:pPr>
              <a:r>
                <a:rPr lang="fr-FR" sz="2400" b="1" kern="1200" dirty="0"/>
                <a:t>Superviser la production par des experts</a:t>
              </a:r>
            </a:p>
          </p:txBody>
        </p:sp>
        <p:graphicFrame>
          <p:nvGraphicFramePr>
            <p:cNvPr id="5" name="Diagramme 4">
              <a:extLst>
                <a:ext uri="{FF2B5EF4-FFF2-40B4-BE49-F238E27FC236}">
                  <a16:creationId xmlns:a16="http://schemas.microsoft.com/office/drawing/2014/main" id="{1C0102E4-FEA5-10DA-DD2F-17E7524BC21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13336791"/>
                </p:ext>
              </p:extLst>
            </p:nvPr>
          </p:nvGraphicFramePr>
          <p:xfrm>
            <a:off x="4048628" y="3313021"/>
            <a:ext cx="12632537" cy="802073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</p:grpSp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0F6DA4AB-52E3-A5E0-7752-8CB589E626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6361395"/>
              </p:ext>
            </p:extLst>
          </p:nvPr>
        </p:nvGraphicFramePr>
        <p:xfrm>
          <a:off x="10468586" y="12758966"/>
          <a:ext cx="10794036" cy="5035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0DDB4690-A7B4-DB01-4ED1-9FDF2DA88E8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833849" y="448979"/>
            <a:ext cx="4462246" cy="1990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CB405D-212E-911F-E2F8-264B38808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21" y="389836"/>
            <a:ext cx="2037805" cy="203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37C1285C-D48A-5AB2-D6B4-6BFD36353D39}"/>
              </a:ext>
            </a:extLst>
          </p:cNvPr>
          <p:cNvSpPr/>
          <p:nvPr/>
        </p:nvSpPr>
        <p:spPr>
          <a:xfrm>
            <a:off x="2615563" y="12725245"/>
            <a:ext cx="5541523" cy="783934"/>
          </a:xfrm>
          <a:prstGeom prst="roundRect">
            <a:avLst>
              <a:gd name="adj" fmla="val 45827"/>
            </a:avLst>
          </a:prstGeom>
          <a:solidFill>
            <a:srgbClr val="1D3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Notre Mission &amp; Vision</a:t>
            </a:r>
            <a:endParaRPr lang="fr-F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725BE3A1-6E5A-687F-3925-A51AF010C467}"/>
              </a:ext>
            </a:extLst>
          </p:cNvPr>
          <p:cNvSpPr/>
          <p:nvPr/>
        </p:nvSpPr>
        <p:spPr>
          <a:xfrm>
            <a:off x="7915538" y="18267753"/>
            <a:ext cx="5541523" cy="783934"/>
          </a:xfrm>
          <a:prstGeom prst="roundRect">
            <a:avLst>
              <a:gd name="adj" fmla="val 45827"/>
            </a:avLst>
          </a:prstGeom>
          <a:solidFill>
            <a:srgbClr val="1D3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Nos réalisations</a:t>
            </a:r>
            <a:endParaRPr lang="fr-F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EF867F89-93A0-22B8-E5EB-A2833E2A9569}"/>
              </a:ext>
            </a:extLst>
          </p:cNvPr>
          <p:cNvSpPr/>
          <p:nvPr/>
        </p:nvSpPr>
        <p:spPr>
          <a:xfrm>
            <a:off x="1197776" y="19306771"/>
            <a:ext cx="4377926" cy="5400000"/>
          </a:xfrm>
          <a:prstGeom prst="roundRect">
            <a:avLst>
              <a:gd name="adj" fmla="val 12448"/>
            </a:avLst>
          </a:prstGeom>
          <a:solidFill>
            <a:srgbClr val="CF10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DA632286-7B8A-5933-5C8C-EE948C3A5C25}"/>
              </a:ext>
            </a:extLst>
          </p:cNvPr>
          <p:cNvSpPr txBox="1"/>
          <p:nvPr/>
        </p:nvSpPr>
        <p:spPr>
          <a:xfrm>
            <a:off x="1557486" y="24119890"/>
            <a:ext cx="33887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</a:rPr>
              <a:t>LEARN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51D15840-E83B-0F73-4288-863BB717EA32}"/>
              </a:ext>
            </a:extLst>
          </p:cNvPr>
          <p:cNvSpPr txBox="1"/>
          <p:nvPr/>
        </p:nvSpPr>
        <p:spPr>
          <a:xfrm>
            <a:off x="6312970" y="24119890"/>
            <a:ext cx="4308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</a:rPr>
              <a:t>RESEARCH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7BDC0CA8-ADAF-E4E7-FF5A-FE8C47E61A30}"/>
              </a:ext>
            </a:extLst>
          </p:cNvPr>
          <p:cNvSpPr txBox="1"/>
          <p:nvPr/>
        </p:nvSpPr>
        <p:spPr>
          <a:xfrm>
            <a:off x="10892782" y="24119890"/>
            <a:ext cx="4308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</a:rPr>
              <a:t>DEVELOP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330E857A-C312-B86F-C38E-445492D1659E}"/>
              </a:ext>
            </a:extLst>
          </p:cNvPr>
          <p:cNvSpPr txBox="1"/>
          <p:nvPr/>
        </p:nvSpPr>
        <p:spPr>
          <a:xfrm>
            <a:off x="16111632" y="24119890"/>
            <a:ext cx="3909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b="1" dirty="0">
                <a:solidFill>
                  <a:schemeClr val="bg1"/>
                </a:solidFill>
              </a:rPr>
              <a:t>PROMOTE</a:t>
            </a:r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CA3DE605-7364-A28E-82FA-993E5627F9D0}"/>
              </a:ext>
            </a:extLst>
          </p:cNvPr>
          <p:cNvSpPr/>
          <p:nvPr/>
        </p:nvSpPr>
        <p:spPr>
          <a:xfrm>
            <a:off x="1229319" y="19338660"/>
            <a:ext cx="4308016" cy="4680000"/>
          </a:xfrm>
          <a:prstGeom prst="roundRect">
            <a:avLst>
              <a:gd name="adj" fmla="val 12119"/>
            </a:avLst>
          </a:prstGeom>
          <a:solidFill>
            <a:schemeClr val="bg1"/>
          </a:solidFill>
          <a:ln>
            <a:solidFill>
              <a:srgbClr val="A02B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Financement Projet </a:t>
            </a:r>
            <a:r>
              <a:rPr lang="fr-FR" sz="2000" kern="1200" dirty="0" err="1">
                <a:solidFill>
                  <a:schemeClr val="tx1"/>
                </a:solidFill>
              </a:rPr>
              <a:t>ApprentXR</a:t>
            </a:r>
            <a:r>
              <a:rPr lang="fr-FR" sz="2000" kern="1200" dirty="0">
                <a:solidFill>
                  <a:schemeClr val="tx1"/>
                </a:solidFill>
              </a:rPr>
              <a:t> - OPCO Atlas 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Ateliers d’acculturation Enseignants et staff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Sessions VR étudiants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Apprentissage du développement Immersif ESILV/IIM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Projet Erasmus+ en cours de montage</a:t>
            </a:r>
          </a:p>
          <a:p>
            <a:pPr algn="ctr"/>
            <a:endParaRPr lang="fr-FR" sz="2000" dirty="0">
              <a:solidFill>
                <a:schemeClr val="tx1"/>
              </a:solidFill>
            </a:endParaRPr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237CB2D9-7B18-D3FD-BF88-70C08A969244}"/>
              </a:ext>
            </a:extLst>
          </p:cNvPr>
          <p:cNvSpPr/>
          <p:nvPr/>
        </p:nvSpPr>
        <p:spPr>
          <a:xfrm>
            <a:off x="6211089" y="19338660"/>
            <a:ext cx="4308016" cy="4680000"/>
          </a:xfrm>
          <a:prstGeom prst="roundRect">
            <a:avLst>
              <a:gd name="adj" fmla="val 12119"/>
            </a:avLst>
          </a:prstGeom>
          <a:solidFill>
            <a:schemeClr val="bg1"/>
          </a:solidFill>
          <a:ln>
            <a:solidFill>
              <a:srgbClr val="2DA5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Projets de recherche en cours (université de Nanterre, …)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Initiation du groupe vision et immersion au sein du DVRC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Partenaire du projet tutoré MS ESILV Dassault Systèmes (FEZ DIGITIAL TWIN)</a:t>
            </a:r>
          </a:p>
        </p:txBody>
      </p:sp>
      <p:sp>
        <p:nvSpPr>
          <p:cNvPr id="71" name="Rectangle : coins arrondis 70">
            <a:extLst>
              <a:ext uri="{FF2B5EF4-FFF2-40B4-BE49-F238E27FC236}">
                <a16:creationId xmlns:a16="http://schemas.microsoft.com/office/drawing/2014/main" id="{C240DC87-EDE6-9F97-8150-CE81AD711756}"/>
              </a:ext>
            </a:extLst>
          </p:cNvPr>
          <p:cNvSpPr/>
          <p:nvPr/>
        </p:nvSpPr>
        <p:spPr>
          <a:xfrm>
            <a:off x="11015333" y="19338660"/>
            <a:ext cx="4308016" cy="4680000"/>
          </a:xfrm>
          <a:prstGeom prst="roundRect">
            <a:avLst>
              <a:gd name="adj" fmla="val 12119"/>
            </a:avLst>
          </a:prstGeom>
          <a:solidFill>
            <a:schemeClr val="bg1"/>
          </a:solidFill>
          <a:ln>
            <a:solidFill>
              <a:srgbClr val="F57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Partenaire des Projets Pi² - Parcours UX Design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3 contenus pédagogiques en développement </a:t>
            </a:r>
          </a:p>
        </p:txBody>
      </p: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B4C7FD1B-818E-5294-74DD-A94D05237288}"/>
              </a:ext>
            </a:extLst>
          </p:cNvPr>
          <p:cNvSpPr/>
          <p:nvPr/>
        </p:nvSpPr>
        <p:spPr>
          <a:xfrm>
            <a:off x="15859382" y="19338660"/>
            <a:ext cx="4308016" cy="4680000"/>
          </a:xfrm>
          <a:prstGeom prst="roundRect">
            <a:avLst>
              <a:gd name="adj" fmla="val 12119"/>
            </a:avLst>
          </a:prstGeom>
          <a:solidFill>
            <a:schemeClr val="bg1"/>
          </a:solidFill>
          <a:ln>
            <a:solidFill>
              <a:srgbClr val="4EA7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Association Virtual Vinci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De Vinci Festival  - Prix du meilleur projet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Concours : HDS Digital Game, Blue Secure - Cyber Sécurité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Visibilité par la communauté : rencontres nationales, France Immersive Learning, Cap digital</a:t>
            </a: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endParaRPr lang="fr-FR" sz="2000" kern="1200" dirty="0">
              <a:solidFill>
                <a:schemeClr val="tx1"/>
              </a:solidFill>
            </a:endParaRPr>
          </a:p>
          <a:p>
            <a:pPr marL="171450" lvl="1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Participation avec FIL au :</a:t>
            </a:r>
          </a:p>
          <a:p>
            <a:pPr marL="342900" lvl="2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Observatoire des usages</a:t>
            </a:r>
          </a:p>
          <a:p>
            <a:pPr marL="342900" lvl="2" indent="-171450" algn="l" defTabSz="711200">
              <a:lnSpc>
                <a:spcPct val="90000"/>
              </a:lnSpc>
              <a:spcBef>
                <a:spcPct val="0"/>
              </a:spcBef>
              <a:buChar char="•"/>
            </a:pPr>
            <a:r>
              <a:rPr lang="fr-FR" sz="2000" kern="1200" dirty="0">
                <a:solidFill>
                  <a:schemeClr val="tx1"/>
                </a:solidFill>
              </a:rPr>
              <a:t>Comité éthique</a:t>
            </a:r>
          </a:p>
        </p:txBody>
      </p:sp>
      <p:sp>
        <p:nvSpPr>
          <p:cNvPr id="73" name="Rectangle : coins arrondis 72">
            <a:extLst>
              <a:ext uri="{FF2B5EF4-FFF2-40B4-BE49-F238E27FC236}">
                <a16:creationId xmlns:a16="http://schemas.microsoft.com/office/drawing/2014/main" id="{701EF7DA-1725-BD66-8176-DBF96C9D9DB9}"/>
              </a:ext>
            </a:extLst>
          </p:cNvPr>
          <p:cNvSpPr/>
          <p:nvPr/>
        </p:nvSpPr>
        <p:spPr>
          <a:xfrm>
            <a:off x="8021403" y="25664013"/>
            <a:ext cx="5541523" cy="783934"/>
          </a:xfrm>
          <a:prstGeom prst="roundRect">
            <a:avLst>
              <a:gd name="adj" fmla="val 45827"/>
            </a:avLst>
          </a:prstGeom>
          <a:solidFill>
            <a:srgbClr val="1D3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Notre équipe</a:t>
            </a:r>
            <a:endParaRPr lang="fr-F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Rectangle : coins arrondis 96">
            <a:extLst>
              <a:ext uri="{FF2B5EF4-FFF2-40B4-BE49-F238E27FC236}">
                <a16:creationId xmlns:a16="http://schemas.microsoft.com/office/drawing/2014/main" id="{8443B1B4-FE7F-A15F-F98F-5D67105AD3AF}"/>
              </a:ext>
            </a:extLst>
          </p:cNvPr>
          <p:cNvSpPr/>
          <p:nvPr/>
        </p:nvSpPr>
        <p:spPr>
          <a:xfrm>
            <a:off x="12924271" y="12725245"/>
            <a:ext cx="5541523" cy="783934"/>
          </a:xfrm>
          <a:prstGeom prst="roundRect">
            <a:avLst>
              <a:gd name="adj" fmla="val 45827"/>
            </a:avLst>
          </a:prstGeom>
          <a:solidFill>
            <a:srgbClr val="1D395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Nos objectifs</a:t>
            </a:r>
            <a:endParaRPr lang="fr-FR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1AE79F8-132F-E12B-B859-82ABC77BB49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97301" y="26667017"/>
            <a:ext cx="15247369" cy="28507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5401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THÈME OFFICE" val="NYNMmMHw"/>
  <p:tag name="ARTICULATE_DESIGN_ID_THÈME OFFICE" val="PU0c14FC"/>
  <p:tag name="ARTICULATE_SLIDE_COUNT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021-11-masque-POLE">
  <a:themeElements>
    <a:clrScheme name="Personnalisé 16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685599"/>
      </a:accent2>
      <a:accent3>
        <a:srgbClr val="885C9A"/>
      </a:accent3>
      <a:accent4>
        <a:srgbClr val="1D395A"/>
      </a:accent4>
      <a:accent5>
        <a:srgbClr val="C0B773"/>
      </a:accent5>
      <a:accent6>
        <a:srgbClr val="A0CBD1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VRC_2024_prez_fr" id="{83EE612A-452F-B04D-817D-E977348DBE87}" vid="{C956331B-4D20-D54E-A2B7-D99A2A046406}"/>
    </a:ext>
  </a:extLst>
</a:theme>
</file>

<file path=ppt/theme/theme3.xml><?xml version="1.0" encoding="utf-8"?>
<a:theme xmlns:a="http://schemas.openxmlformats.org/drawingml/2006/main" name="1_2021-11-masque-POLE">
  <a:themeElements>
    <a:clrScheme name="Personnalisé 16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685599"/>
      </a:accent2>
      <a:accent3>
        <a:srgbClr val="885C9A"/>
      </a:accent3>
      <a:accent4>
        <a:srgbClr val="1D395A"/>
      </a:accent4>
      <a:accent5>
        <a:srgbClr val="C0B773"/>
      </a:accent5>
      <a:accent6>
        <a:srgbClr val="A0CBD1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>
        <a:norm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VRC_2024_prez_fr" id="{83EE612A-452F-B04D-817D-E977348DBE87}" vid="{C956331B-4D20-D54E-A2B7-D99A2A046406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12e474-ec27-4f7a-9398-176596c29561">
      <Terms xmlns="http://schemas.microsoft.com/office/infopath/2007/PartnerControls"/>
    </lcf76f155ced4ddcb4097134ff3c332f>
    <TaxCatchAll xmlns="4c9c2f88-73ae-4e12-8811-8d33c8d59eb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BBC9E70CC95440B2F1299B811408AB" ma:contentTypeVersion="15" ma:contentTypeDescription="Crée un document." ma:contentTypeScope="" ma:versionID="7bc53552629d3ecd641b53453d7a49e4">
  <xsd:schema xmlns:xsd="http://www.w3.org/2001/XMLSchema" xmlns:xs="http://www.w3.org/2001/XMLSchema" xmlns:p="http://schemas.microsoft.com/office/2006/metadata/properties" xmlns:ns2="7d12e474-ec27-4f7a-9398-176596c29561" xmlns:ns3="4c9c2f88-73ae-4e12-8811-8d33c8d59eb2" targetNamespace="http://schemas.microsoft.com/office/2006/metadata/properties" ma:root="true" ma:fieldsID="a755d70d222ebf7bc5e53bbc876d4bb9" ns2:_="" ns3:_="">
    <xsd:import namespace="7d12e474-ec27-4f7a-9398-176596c29561"/>
    <xsd:import namespace="4c9c2f88-73ae-4e12-8811-8d33c8d59e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12e474-ec27-4f7a-9398-176596c295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f1c7327d-0e26-4644-9c15-d2916cea4b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9c2f88-73ae-4e12-8811-8d33c8d59eb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66942c7-79f0-424d-93c3-1753fb1d9818}" ma:internalName="TaxCatchAll" ma:showField="CatchAllData" ma:web="4c9c2f88-73ae-4e12-8811-8d33c8d59e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182B108-E171-4907-9CC2-DF01ECDA8DAD}">
  <ds:schemaRefs>
    <ds:schemaRef ds:uri="http://purl.org/dc/terms/"/>
    <ds:schemaRef ds:uri="http://purl.org/dc/dcmitype/"/>
    <ds:schemaRef ds:uri="http://schemas.microsoft.com/office/2006/documentManagement/types"/>
    <ds:schemaRef ds:uri="4c9c2f88-73ae-4e12-8811-8d33c8d59eb2"/>
    <ds:schemaRef ds:uri="7d12e474-ec27-4f7a-9398-176596c29561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5711E19-3ECA-47EB-BAF5-6E91860054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12e474-ec27-4f7a-9398-176596c29561"/>
    <ds:schemaRef ds:uri="4c9c2f88-73ae-4e12-8811-8d33c8d59e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4ABED4-145A-4271-8908-49025EA9093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4207</TotalTime>
  <Words>275</Words>
  <Application>Microsoft Office PowerPoint</Application>
  <PresentationFormat>Personnalisé</PresentationFormat>
  <Paragraphs>63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</vt:i4>
      </vt:variant>
    </vt:vector>
  </HeadingPairs>
  <TitlesOfParts>
    <vt:vector size="13" baseType="lpstr">
      <vt:lpstr>Alternate Gothic ATF</vt:lpstr>
      <vt:lpstr>Alternate Gothic No.2</vt:lpstr>
      <vt:lpstr>AlternateGothicEF-NoTwo</vt:lpstr>
      <vt:lpstr>Aptos</vt:lpstr>
      <vt:lpstr>Arial</vt:lpstr>
      <vt:lpstr>ATF Alternate Gothic Book</vt:lpstr>
      <vt:lpstr>Calibri</vt:lpstr>
      <vt:lpstr>Calibri Light</vt:lpstr>
      <vt:lpstr>Wingdings</vt:lpstr>
      <vt:lpstr>1_Thème Office</vt:lpstr>
      <vt:lpstr>2021-11-masque-POLE</vt:lpstr>
      <vt:lpstr>1_2021-11-masque-POLE</vt:lpstr>
      <vt:lpstr>De Vinci Immersive Lab Un espace d’excellence pour la recherche, l’innovation  et la pédagogie autour des technologies immersives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LEFEBVRE Pierre</dc:creator>
  <cp:lastModifiedBy>AZOUGH Ahmed</cp:lastModifiedBy>
  <cp:revision>14</cp:revision>
  <dcterms:created xsi:type="dcterms:W3CDTF">2024-03-12T16:45:22Z</dcterms:created>
  <dcterms:modified xsi:type="dcterms:W3CDTF">2025-04-02T08:34:46Z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0x010100A2BBC9E70CC95440B2F1299B811408AB</vt:lpwstr>
  </property>
  <property fmtid="{D5CDD505-2E9C-101B-9397-08002B2CF9AE}" pid="4" name="ArticulateGUID">
    <vt:lpwstr>A0C66C90-84D0-4E18-B3F4-1C6DF107D909</vt:lpwstr>
  </property>
  <property fmtid="{D5CDD505-2E9C-101B-9397-08002B2CF9AE}" pid="5" name="ArticulatePath">
    <vt:lpwstr>https://devinci.sharepoint.com/sites/DeVinciVRLab/Documents partages/General/PRESENTATION/Poster_ImLab</vt:lpwstr>
  </property>
</Properties>
</file>